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411480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⚡ RIDEHACK'26 — IIC JUIT STARTUP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SATYAMEVA AEGIS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Decentralized Trust Protocol &amp; Academic Credential Verification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7315200" cy="12801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>
                <a:solidFill>
                  <a:srgbClr val="F8FAFC"/>
                </a:solidFill>
                <a:latin typeface="Arial"/>
              </a:defRPr>
            </a:pPr>
            <a:r>
              <a:t>Eliminating the ₹4,000 Cr academic document counterfeit black market. Transforming university credentials into tamper-proof, self-sovereign digital assets verified in under 2 seconds without accounts.</a:t>
            </a:r>
          </a:p>
        </p:txBody>
      </p:sp>
      <p:pic>
        <p:nvPicPr>
          <p:cNvPr id="6" name="Picture 5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371600"/>
            <a:ext cx="2743200" cy="2743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389120"/>
            <a:ext cx="256032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⚡ 2-Sec Instant Verify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Lifetime QR scan with institutional crest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389120"/>
            <a:ext cx="256032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⛓️ Custom PoW Ledger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Zero gas fees + PBKDF2 dynamic salting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389120"/>
            <a:ext cx="256032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🤖 Gemini 2.0 Flash AI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Automated marksheet parsing &amp; bulk 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4389120"/>
            <a:ext cx="256032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🏛️ JUIT / JIIT Pilot Ready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Multi-campus isolation &amp; 100% E2E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TEAM: CYPHER-X (Team ID: 10)   |   FOUNDER: Praneeth Sai   |   HOST: Jaypee University of Information Technology (JUIT Waknaghat)   |   STAGE: Working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PROBLEM STATEMENT &amp; MARKET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THE CRISIS IN CREDENTIAL INTEGRITY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How manual processes, paper fraud, and fragmented verification cost billions annually.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82880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rIns="228600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🚨 40,000+ Fake Degrees / Year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The Fake Degree Epidemic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 booming counterfeit certificate black market in India exceeds ₹4,000 Crores. Forged engineering, medical, and management degrees regularly slip undetected into the corporate workforce.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303520" cy="182880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rIns="22860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⏳ 2 to 4 Weeks Turnaround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Agonizing Verification Delays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Corporate recruiters and Background Verification (BGV) agencies wait weeks for manual postal replies and phone calls to university registrars, freezing corporate onboarding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5303520" cy="182880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rIns="228600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💸 ₹500 to ₹2,000 Per Applicant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Crushing Operational Costs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Employers and background screening companies spend thousands per candidate on manual registrar checks, while universities waste massive administrative hours answering enquiries.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566160"/>
            <a:ext cx="5303520" cy="182880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rIns="22860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🔓 Zero Cryptographic Tamper Resistance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Paper &amp; Static PDF Vulnerability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Traditional paper certificates and static PDFs offer zero cryptographic protection. Furthermore, centralized university databases remain vulnerable to rogue internal DB tampering.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🎯 NATIONAL REALITY: Over 40 Million Higher Education students in India are stuck with fragile paper certificates and zero self-sovereign digital ownership.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VALUE PROPOSITION &amp; 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OUR SOLUTION: INSTANT, DECENTRALIZED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Transforming degrees into cryptographically anchored, self-sovereign digital assets.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30175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🏛️ Permanent Institutional QR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Campus-Branded Verification Anchor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High-contrast QR code embedded with the official university crest (JUIT Waknaghat / JIIT Noida) using Error Correction Level H (~30%). Lifetime-valid, permanent, and surrounded by a 360° cyber radar HUD 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30175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🛡️ Zero Silent Passes (Anti-Tamper)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Dynamic PBKDF2 Re-Derivation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Our verification engine doesn't just read database records; it re-derives the cryptographic hash from scratch on every request and audits the blockchain. Modifying even 1 SQL letter trips an instant TAMPERED alert.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30175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200" b="1">
                <a:solidFill>
                  <a:srgbClr val="A855F7"/>
                </a:solidFill>
              </a:defRPr>
            </a:pPr>
            <a:r>
              <a:t>🤖 Google Gemini 2.0 Flash AI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Intelligent Registrar Automation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Eliminates hours of manual data entry. Registrars upload certificates; Gemini AI parses name, roll number, course, and CGPA in 2 seconds. Includes atomic all-or-nothing validation for bulk CSV batches.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3474720" cy="1554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&lt; 2 SECONDS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Instant Verification Speed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Reduced from 2 to 4 weeks (99.9% faster)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554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&gt; 98% SAVINGS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Corporate BGV Cost Slashed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From ₹1,500 down to ₹15 per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4754880"/>
            <a:ext cx="3474720" cy="1554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100% CERTAINTY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Cryptographic Tamper Detection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Zero silent passes against rogue database edits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UNDER THE HOOD: ZERO-GAS CONSENSUS &amp; MULTI-CAMPUS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TECHNICAL ARCHITECTURE &amp; SECURITY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 four-layer defense architecture guaranteeing data integrity, privacy, and speed.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32918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Layer 1: Trust Layer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Proof-of-Work Blockchain Ledger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Custom PoW blockchain engine (SHA-256, Difficulty 4). Dual-persisted across SQLite block table and instance/blockchain.json. Zero gas fees for internal university consortium nodes.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60320" cy="32918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Layer 2: Cryptographic Layer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Dynamic Salting &amp; Zero Silent Passes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PBKDF2-HMAC-SHA256 with 100,000 iterations and per-document dynamic cryptographic salting. Full blockchain ledger traversal re-derives digests from scratch on every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560320" cy="32918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/>
          <a:lstStyle/>
          <a:p>
            <a:pPr algn="ctr">
              <a:defRPr sz="1050" b="1">
                <a:solidFill>
                  <a:srgbClr val="A855F7"/>
                </a:solidFill>
              </a:defRPr>
            </a:pPr>
            <a:r>
              <a:t>Layer 3: AI Document Ingestion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Google Gemini 2.0 Flash AI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Multimodal Vision AI extracts structured JSON from certificates (roll number, title, date, CGPA). Atomic all-or-nothing batch CSV validator halts invalid batches with 0 orphaned blocks.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554480"/>
            <a:ext cx="2560320" cy="32918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Layer 4: Verification &amp; UI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Permanent Crest QR &amp; Stamped PDF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High-contrast QR with Error Correction Level H and embedded campus crest. Verification-grade Stamped PDF generator + interactive 3D WebGL ledger inspection.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🛠️ PRODUCTION TECH STACK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Backend: Python 3.14 + Flask 3.0 + SQLAlchemy + Flask-Login (Strict Role-Based Access Control)</a:t>
            </a:r>
            <a:br/>
            <a:r>
              <a:t>• Intelligence &amp; Security: Google Gemini 2.0 Flash AI · PBKDF2-HMAC-SHA256 · Pillow + QR Error Correction H</a:t>
            </a:r>
            <a:br/>
            <a:r>
              <a:t>• Frontend: Responsive HTML5/CSS3 + Cyber Matrix WebGL 3D + Three.js Ledger Viewer + Desktop Native Mode</a:t>
            </a:r>
            <a:br/>
            <a:r>
              <a:t>• DevOps &amp; Scale: Docker containerized + SQLite WAL mode + Polygon L2 rollup anchoring roadmap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END-TO-END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LIVE PROTOTYPE: THREE ZERO-FRICTION PORTALS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Seamless user journey across University Registrar, Student, and Corporate Verifier.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39319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🏛️ PORTAL 1: REGISTRAR / ISSUER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AI-Assisted Credential Issuance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Gemini 2.0 Flash AI auto-parses certificate PDFs into form fields in 2 seconds.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1-Click Blockchain Anchoring: mines block, dynamic salts, and updates ledger.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Bulk CSV Issuance with atomic all-or-nothing pre-validation.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Automated email notification sent to student via SMTP gateway.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39319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🎓 PORTAL 2: STUDENT WALLET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Self-Sovereign Digital Ownership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Permanent self-sovereign digital vault for all earned degrees and marksheets.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3D Interactive Card Flip: inspect underlying block index and cryptographic hash.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Permanent Institutional QR Code embedded with official campus crest.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1-Click Verification-Grade Stamped PDF Certificate download.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39319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🔍 PORTAL 3: PUBLIC VERIFIER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Instant 2-Second Verification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Zero login barrier: employers simply scan QR or enter hash at /verify.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Real-time cryptographic audit trail: verified against ledger in under 2 seconds.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Anti-Tamper Engine: any altered database record trips instant RED alert.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Corporate Batch Verify portal for background checking multiple candidates.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✅ 100% WORKING PROTOTYPE: Passed 11/11 Automated E2E Integration Suites | Dockerized | Tested at http://127.0.0.1:5000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COMMERCIAL VIABILITY &amp; 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BUSINESS MODEL &amp; MONETIZATION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 highly profitable, scalable B2B SaaS and pay-per-verify API revenue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8346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🏢 B2B Institutional SaaS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Annual University Subscription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Tiered annual subscription: ₹25 to ₹50 per student / year.</a:t>
            </a:r>
            <a:br/>
            <a:r>
              <a:t>• University benefits: Automated Gemini AI registrar ingestion, white-labeled student wallets, official branded QR crests, and administrative analytics.</a:t>
            </a:r>
            <a:br/>
            <a:r>
              <a:t>• Projected: 50 universities × 10,000 students = ₹2.0 Crores ARR.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28346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⚡ Corporate Pay-Per-Verify API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Recruiter &amp; BGV Screening API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Pay-per-call API for background verification giants (HireRight, First Advantage, AuthBridge, TCS, Infosys).</a:t>
            </a:r>
            <a:br/>
            <a:r>
              <a:t>• ₹15 to ₹30 per instant automated check (replacing ₹1,000+ manual checks).</a:t>
            </a:r>
            <a:br/>
            <a:r>
              <a:t>• Projected: 200,000 corporate checks/year = ₹40 Lakhs high-margin revenue.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28346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🏛️ Enterprise &amp; Consortia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State Board White-Label Deployments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Custom white-label deployment for State Higher Education Councils and Technical University Consortia.</a:t>
            </a:r>
            <a:br/>
            <a:r>
              <a:t>• Includes on-premise high-availability consortium clustering and custom ERP/LMS integrations.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737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📊 UNBEATABLE UNIT ECONOMICS &amp; PROFIT MARGINS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Zero Gas Fees: Internal Proof-of-Work blockchain runs locally with ₹0.00 transaction fees.</a:t>
            </a:r>
            <a:br/>
            <a:r>
              <a:t>• L2 Polygon Anchoring: Periodic batch Merkle-tree anchoring onto Polygon costs only ~₹0.08 per credential.</a:t>
            </a:r>
            <a:br/>
            <a:r>
              <a:t>• Gross Profit Margin: &gt;98% gross margin on corporate API verification requests.</a:t>
            </a:r>
            <a:br/>
            <a:r>
              <a:t>• Customer Acquisition Strategy: Direct campus onboarding starting with Jaypee Group, expanding to Tier-1 engineering colleges.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MARKET SIZING &amp; COMPETITIVE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MARKET OPPORTUNITY &amp;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Capturing India's ₹4,200 Cr credential verification market with clear technical superiority.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931920" cy="1325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TAM (Total Addressable Market)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₹4,200 Crores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Indian Background Screening, Document Fraud &amp; Academic Credentialing Market.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931920" cy="1325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SAM (Serviceable Addressable Market)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₹1,100 Crores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40 Million+ students across 1,100+ Universities and 45,000+ Colleges.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3931920" cy="1325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SOM (Serviceable Obtainable Market)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₹45 Crores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Targeting 300+ Private &amp; Technical Universities in Phase 1 Rollout.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46320" y="1554480"/>
          <a:ext cx="65836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34440"/>
                <a:gridCol w="1143000"/>
                <a:gridCol w="1097280"/>
                <a:gridCol w="1097280"/>
              </a:tblGrid>
              <a:tr h="7086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Satyameva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DigiLocker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Public Web3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Verification Speed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&lt; 2 Seconds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2 - 5 Minutes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2 - 4 Weeks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15 - 45 Sec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Cost per Check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Free / ₹15 API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Free (Govt)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₹500 - ₹2,000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$2 - $15 Gas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Employer Friction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Zero (No Login)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High (OTP Auth)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High (Emails)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High (Wallet)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Internal DB Tamper Detect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Cryptographic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None (Trusts DB)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Cryptographic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AI Registrar Automation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Gemini 2.0 Flash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None (Manual)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EXECUTION ROADMAP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CAMPUS PILOT TRACTION &amp; NATIONAL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From a Jaypee multi-campus pilot to a nationwide decentralized trust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9260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📍 PHASE 1: CAMPUS PILOT (Q4 2026)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Jaypee Group Pilot Deployment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Live pilot across JUIT Waknaghat, JIIT Noida, and JUET Guna.</a:t>
            </a:r>
            <a:br/>
            <a:r>
              <a:t>• 15,000+ active students &amp; 5,000+ annual graduating degrees.</a:t>
            </a:r>
            <a:br/>
            <a:r>
              <a:t>• Direct integration with campus registrar &amp; training/placement cell.</a:t>
            </a:r>
            <a:br/>
            <a:r>
              <a:t>• Feedback iteration on UI and AI extraction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29260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🌐 PHASE 2: STATE EXPANSION (2027)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DigiLocker &amp; NAD Integration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REST API integration with DigiLocker and National Academic Depository (NAD).</a:t>
            </a:r>
            <a:br/>
            <a:r>
              <a:t>• Onboarding 25+ private and state technical universities.</a:t>
            </a:r>
            <a:br/>
            <a:r>
              <a:t>• Corporate partnerships with top 5 Indian background verification agencies.</a:t>
            </a:r>
            <a:br/>
            <a:r>
              <a:t>• Multi-tenant cloud clustering.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29260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050" b="1">
                <a:solidFill>
                  <a:srgbClr val="A855F7"/>
                </a:solidFill>
              </a:defRPr>
            </a:pPr>
            <a:r>
              <a:t>🚀 PHASE 3: UNIVERSAL TRUST (2028+)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National Scale &amp; Beyond Academia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Scaling across 40M+ Indian higher-education students under NEP 2020.</a:t>
            </a:r>
            <a:br/>
            <a:r>
              <a:t>• Expanding to medical practitioner licenses, bar council credentials, and professional certifications.</a:t>
            </a:r>
            <a:br/>
            <a:r>
              <a:t>• Universal decentralized digital identity infrastructure.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🎯 TRANSFORMING ACADEMIC TRUST INTO MATHEMATICAL CERTAINTY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Satyameva Aegis eliminates weeks of manual friction, protects institutional credibility, and empowers students with lifetime self-sovereign ownership. We are ready to deploy.</a:t>
            </a:r>
          </a:p>
          <a:p>
            <a:pPr>
              <a:defRPr sz="950" b="1">
                <a:solidFill>
                  <a:srgbClr val="94A3B8"/>
                </a:solidFill>
              </a:defRPr>
            </a:pPr>
            <a:r>
              <a:t>TEAM: CYPHER-X   |   FOUNDER: Praneeth Sai   |   RIDEHACK'26 — IIC JUIT   |   GitHub: github.com/praneethsai050-cmd/satyameva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