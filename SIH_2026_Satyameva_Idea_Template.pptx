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3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70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70" y="0"/>
                </a:lnTo>
                <a:lnTo>
                  <a:pt x="18287570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0112" y="315912"/>
            <a:ext cx="10447774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208251" y="9657779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91227" y="1822112"/>
            <a:ext cx="6953250" cy="7734300"/>
            <a:chOff x="11191227" y="1822112"/>
            <a:chExt cx="6953250" cy="7734300"/>
          </a:xfrm>
        </p:grpSpPr>
        <p:sp>
          <p:nvSpPr>
            <p:cNvPr id="3" name="object 3"/>
            <p:cNvSpPr/>
            <p:nvPr/>
          </p:nvSpPr>
          <p:spPr>
            <a:xfrm>
              <a:off x="11191227" y="1822112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6921" y="3569616"/>
              <a:ext cx="4805267" cy="513830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626186" y="-162800"/>
            <a:ext cx="12130405" cy="1998345"/>
          </a:xfrm>
          <a:prstGeom prst="rect"/>
        </p:spPr>
        <p:txBody>
          <a:bodyPr wrap="square" lIns="0" tIns="209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6000" spc="-125">
                <a:solidFill>
                  <a:srgbClr val="1F497D"/>
                </a:solidFill>
              </a:rPr>
              <a:t>SMART</a:t>
            </a:r>
            <a:r>
              <a:rPr dirty="0" sz="6000" spc="-80">
                <a:solidFill>
                  <a:srgbClr val="1F497D"/>
                </a:solidFill>
              </a:rPr>
              <a:t> </a:t>
            </a:r>
            <a:r>
              <a:rPr dirty="0" sz="6000" spc="140">
                <a:solidFill>
                  <a:srgbClr val="1F497D"/>
                </a:solidFill>
              </a:rPr>
              <a:t>INDIA</a:t>
            </a:r>
            <a:r>
              <a:rPr dirty="0" sz="6000" spc="-80">
                <a:solidFill>
                  <a:srgbClr val="1F497D"/>
                </a:solidFill>
              </a:rPr>
              <a:t> </a:t>
            </a:r>
            <a:r>
              <a:rPr dirty="0" sz="6000">
                <a:solidFill>
                  <a:srgbClr val="1F497D"/>
                </a:solidFill>
              </a:rPr>
              <a:t>HACKATHON</a:t>
            </a:r>
            <a:r>
              <a:rPr dirty="0" sz="6000" spc="-75">
                <a:solidFill>
                  <a:srgbClr val="1F497D"/>
                </a:solidFill>
              </a:rPr>
              <a:t> </a:t>
            </a:r>
            <a:r>
              <a:rPr dirty="0" sz="6000" spc="-90">
                <a:solidFill>
                  <a:srgbClr val="1F497D"/>
                </a:solidFill>
              </a:rPr>
              <a:t>2026</a:t>
            </a:r>
            <a:endParaRPr sz="6000"/>
          </a:p>
          <a:p>
            <a:pPr algn="ctr" marL="758825">
              <a:lnSpc>
                <a:spcPct val="100000"/>
              </a:lnSpc>
              <a:spcBef>
                <a:spcPts val="1205"/>
              </a:spcBef>
            </a:pPr>
            <a:r>
              <a:rPr dirty="0" sz="4650" spc="-70" b="0">
                <a:latin typeface="Times New Roman"/>
                <a:cs typeface="Times New Roman"/>
              </a:rPr>
              <a:t>Satyameva</a:t>
            </a:r>
            <a:endParaRPr sz="46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49" y="4204619"/>
            <a:ext cx="114300" cy="1142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4271" y="3977035"/>
            <a:ext cx="4942840" cy="22688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b="1">
                <a:latin typeface="Arial"/>
                <a:cs typeface="Arial"/>
              </a:rPr>
              <a:t>Problem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Statement</a:t>
            </a:r>
            <a:r>
              <a:rPr dirty="0" sz="2950" spc="-3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ID</a:t>
            </a:r>
            <a:r>
              <a:rPr dirty="0" sz="2950" spc="-30" b="1">
                <a:latin typeface="Arial"/>
                <a:cs typeface="Arial"/>
              </a:rPr>
              <a:t> </a:t>
            </a:r>
            <a:r>
              <a:rPr dirty="0" sz="2950" spc="-50" b="1">
                <a:latin typeface="Arial"/>
                <a:cs typeface="Arial"/>
              </a:rPr>
              <a:t>–</a:t>
            </a:r>
            <a:endParaRPr sz="2950">
              <a:latin typeface="Arial"/>
              <a:cs typeface="Arial"/>
            </a:endParaRPr>
          </a:p>
          <a:p>
            <a:pPr marL="12700" marR="5080">
              <a:lnSpc>
                <a:spcPts val="7050"/>
              </a:lnSpc>
              <a:spcBef>
                <a:spcPts val="620"/>
              </a:spcBef>
              <a:tabLst>
                <a:tab pos="1863725" algn="l"/>
                <a:tab pos="4029710" algn="l"/>
              </a:tabLst>
            </a:pPr>
            <a:r>
              <a:rPr dirty="0" sz="2950" spc="-10" b="1">
                <a:latin typeface="Arial"/>
                <a:cs typeface="Arial"/>
              </a:rPr>
              <a:t>Problem</a:t>
            </a:r>
            <a:r>
              <a:rPr dirty="0" sz="2950" b="1">
                <a:latin typeface="Arial"/>
                <a:cs typeface="Arial"/>
              </a:rPr>
              <a:t>	</a:t>
            </a:r>
            <a:r>
              <a:rPr dirty="0" sz="2950" spc="-10" b="1">
                <a:latin typeface="Arial"/>
                <a:cs typeface="Arial"/>
              </a:rPr>
              <a:t>Statement</a:t>
            </a:r>
            <a:r>
              <a:rPr dirty="0" sz="2950" b="1">
                <a:latin typeface="Arial"/>
                <a:cs typeface="Arial"/>
              </a:rPr>
              <a:t>	Title-Verification</a:t>
            </a:r>
            <a:r>
              <a:rPr dirty="0" sz="2950" spc="-80" b="1">
                <a:latin typeface="Arial"/>
                <a:cs typeface="Arial"/>
              </a:rPr>
              <a:t> </a:t>
            </a:r>
            <a:r>
              <a:rPr dirty="0" sz="2950" spc="-10" b="1">
                <a:latin typeface="Arial"/>
                <a:cs typeface="Arial"/>
              </a:rPr>
              <a:t>System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49" y="5099969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85842" y="4872385"/>
            <a:ext cx="138620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-10" b="1">
                <a:latin typeface="Arial"/>
                <a:cs typeface="Arial"/>
              </a:rPr>
              <a:t>Tamper</a:t>
            </a:r>
            <a:endParaRPr sz="2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1081" y="4872385"/>
            <a:ext cx="100901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-10" b="1">
                <a:latin typeface="Arial"/>
                <a:cs typeface="Arial"/>
              </a:rPr>
              <a:t>Proof</a:t>
            </a:r>
            <a:endParaRPr sz="2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19084" y="4872385"/>
            <a:ext cx="180530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-10" b="1">
                <a:latin typeface="Arial"/>
                <a:cs typeface="Arial"/>
              </a:rPr>
              <a:t>Academic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43309" y="4872385"/>
            <a:ext cx="186753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-10" b="1">
                <a:latin typeface="Arial"/>
                <a:cs typeface="Arial"/>
              </a:rPr>
              <a:t>Credential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49" y="6890670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24271" y="6663085"/>
            <a:ext cx="8042275" cy="3164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b="1">
                <a:latin typeface="Arial"/>
                <a:cs typeface="Arial"/>
              </a:rPr>
              <a:t>Theme-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Blockchain</a:t>
            </a:r>
            <a:r>
              <a:rPr dirty="0" sz="2950" spc="-3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and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spc="-10" b="1">
                <a:latin typeface="Arial"/>
                <a:cs typeface="Arial"/>
              </a:rPr>
              <a:t>Cybersecurity</a:t>
            </a:r>
            <a:endParaRPr sz="2950">
              <a:latin typeface="Arial"/>
              <a:cs typeface="Arial"/>
            </a:endParaRPr>
          </a:p>
          <a:p>
            <a:pPr marL="12700" marR="3960495">
              <a:lnSpc>
                <a:spcPts val="7050"/>
              </a:lnSpc>
              <a:spcBef>
                <a:spcPts val="819"/>
              </a:spcBef>
            </a:pPr>
            <a:r>
              <a:rPr dirty="0" sz="2950" b="1">
                <a:latin typeface="Arial"/>
                <a:cs typeface="Arial"/>
              </a:rPr>
              <a:t>PS</a:t>
            </a:r>
            <a:r>
              <a:rPr dirty="0" sz="2950" spc="-3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Category-</a:t>
            </a:r>
            <a:r>
              <a:rPr dirty="0" sz="2950" spc="-20" b="1">
                <a:latin typeface="Arial"/>
                <a:cs typeface="Arial"/>
              </a:rPr>
              <a:t> </a:t>
            </a:r>
            <a:r>
              <a:rPr dirty="0" sz="2950" spc="-10" b="1">
                <a:latin typeface="Arial"/>
                <a:cs typeface="Arial"/>
              </a:rPr>
              <a:t>Software </a:t>
            </a:r>
            <a:r>
              <a:rPr dirty="0" sz="2950" b="1">
                <a:latin typeface="Arial"/>
                <a:cs typeface="Arial"/>
              </a:rPr>
              <a:t>Team</a:t>
            </a:r>
            <a:r>
              <a:rPr dirty="0" sz="2950" spc="-2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ID-</a:t>
            </a:r>
            <a:r>
              <a:rPr dirty="0" sz="2950" spc="-15" b="1">
                <a:latin typeface="Arial"/>
                <a:cs typeface="Arial"/>
              </a:rPr>
              <a:t> </a:t>
            </a:r>
            <a:r>
              <a:rPr dirty="0" sz="2950" spc="-25" b="1">
                <a:latin typeface="Arial"/>
                <a:cs typeface="Arial"/>
              </a:rPr>
              <a:t>10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90"/>
              </a:spcBef>
            </a:pPr>
            <a:r>
              <a:rPr dirty="0" sz="2950" b="1">
                <a:latin typeface="Arial"/>
                <a:cs typeface="Arial"/>
              </a:rPr>
              <a:t>Team</a:t>
            </a:r>
            <a:r>
              <a:rPr dirty="0" sz="2950" spc="-2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Name</a:t>
            </a:r>
            <a:r>
              <a:rPr dirty="0" sz="2950" spc="-2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(Registered</a:t>
            </a:r>
            <a:r>
              <a:rPr dirty="0" sz="2950" spc="-25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on</a:t>
            </a:r>
            <a:r>
              <a:rPr dirty="0" sz="2950" spc="-2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portal)</a:t>
            </a:r>
            <a:r>
              <a:rPr dirty="0" sz="2950" spc="-20" b="1">
                <a:latin typeface="Arial"/>
                <a:cs typeface="Arial"/>
              </a:rPr>
              <a:t> </a:t>
            </a:r>
            <a:r>
              <a:rPr dirty="0" sz="2950" b="1">
                <a:latin typeface="Arial"/>
                <a:cs typeface="Arial"/>
              </a:rPr>
              <a:t>-</a:t>
            </a:r>
            <a:r>
              <a:rPr dirty="0" sz="2950" spc="-25" b="1">
                <a:latin typeface="Arial"/>
                <a:cs typeface="Arial"/>
              </a:rPr>
              <a:t> </a:t>
            </a:r>
            <a:r>
              <a:rPr dirty="0" sz="2950" spc="-10" b="1">
                <a:latin typeface="Arial"/>
                <a:cs typeface="Arial"/>
              </a:rPr>
              <a:t>CypherX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49" y="7786019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49" y="8681369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49" y="9576719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70636" y="165253"/>
            <a:ext cx="3077507" cy="14535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27649"/>
            <a:ext cx="18288000" cy="8159750"/>
            <a:chOff x="0" y="2127649"/>
            <a:chExt cx="18288000" cy="8159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127" y="2551747"/>
              <a:ext cx="4048124" cy="66865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657" y="2127649"/>
              <a:ext cx="4543424" cy="74009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359324" y="6777260"/>
              <a:ext cx="3854450" cy="2256155"/>
            </a:xfrm>
            <a:custGeom>
              <a:avLst/>
              <a:gdLst/>
              <a:ahLst/>
              <a:cxnLst/>
              <a:rect l="l" t="t" r="r" b="b"/>
              <a:pathLst>
                <a:path w="3854450" h="2256154">
                  <a:moveTo>
                    <a:pt x="3327895" y="2255925"/>
                  </a:moveTo>
                  <a:lnTo>
                    <a:pt x="606196" y="2255925"/>
                  </a:lnTo>
                  <a:lnTo>
                    <a:pt x="558744" y="2254097"/>
                  </a:lnTo>
                  <a:lnTo>
                    <a:pt x="512303" y="2248700"/>
                  </a:lnTo>
                  <a:lnTo>
                    <a:pt x="467009" y="2239874"/>
                  </a:lnTo>
                  <a:lnTo>
                    <a:pt x="422995" y="2227752"/>
                  </a:lnTo>
                  <a:lnTo>
                    <a:pt x="380394" y="2212473"/>
                  </a:lnTo>
                  <a:lnTo>
                    <a:pt x="339340" y="2194171"/>
                  </a:lnTo>
                  <a:lnTo>
                    <a:pt x="299967" y="2172984"/>
                  </a:lnTo>
                  <a:lnTo>
                    <a:pt x="262408" y="2149047"/>
                  </a:lnTo>
                  <a:lnTo>
                    <a:pt x="226796" y="2122497"/>
                  </a:lnTo>
                  <a:lnTo>
                    <a:pt x="193265" y="2093470"/>
                  </a:lnTo>
                  <a:lnTo>
                    <a:pt x="161950" y="2062102"/>
                  </a:lnTo>
                  <a:lnTo>
                    <a:pt x="132983" y="2028530"/>
                  </a:lnTo>
                  <a:lnTo>
                    <a:pt x="106498" y="1992890"/>
                  </a:lnTo>
                  <a:lnTo>
                    <a:pt x="82628" y="1955318"/>
                  </a:lnTo>
                  <a:lnTo>
                    <a:pt x="61508" y="1915951"/>
                  </a:lnTo>
                  <a:lnTo>
                    <a:pt x="43270" y="1874924"/>
                  </a:lnTo>
                  <a:lnTo>
                    <a:pt x="28049" y="1832375"/>
                  </a:lnTo>
                  <a:lnTo>
                    <a:pt x="15978" y="1788438"/>
                  </a:lnTo>
                  <a:lnTo>
                    <a:pt x="7190" y="1743251"/>
                  </a:lnTo>
                  <a:lnTo>
                    <a:pt x="1819" y="1696950"/>
                  </a:lnTo>
                  <a:lnTo>
                    <a:pt x="0" y="1649671"/>
                  </a:lnTo>
                  <a:lnTo>
                    <a:pt x="0" y="81108"/>
                  </a:lnTo>
                  <a:lnTo>
                    <a:pt x="514098" y="0"/>
                  </a:lnTo>
                  <a:lnTo>
                    <a:pt x="512509" y="16260"/>
                  </a:lnTo>
                  <a:lnTo>
                    <a:pt x="511693" y="31103"/>
                  </a:lnTo>
                  <a:lnTo>
                    <a:pt x="511392" y="46203"/>
                  </a:lnTo>
                  <a:lnTo>
                    <a:pt x="511349" y="63237"/>
                  </a:lnTo>
                  <a:lnTo>
                    <a:pt x="513176" y="118935"/>
                  </a:lnTo>
                  <a:lnTo>
                    <a:pt x="518548" y="172269"/>
                  </a:lnTo>
                  <a:lnTo>
                    <a:pt x="527302" y="223240"/>
                  </a:lnTo>
                  <a:lnTo>
                    <a:pt x="539273" y="271845"/>
                  </a:lnTo>
                  <a:lnTo>
                    <a:pt x="554300" y="318086"/>
                  </a:lnTo>
                  <a:lnTo>
                    <a:pt x="572218" y="361961"/>
                  </a:lnTo>
                  <a:lnTo>
                    <a:pt x="592863" y="403469"/>
                  </a:lnTo>
                  <a:lnTo>
                    <a:pt x="616073" y="442611"/>
                  </a:lnTo>
                  <a:lnTo>
                    <a:pt x="641683" y="479384"/>
                  </a:lnTo>
                  <a:lnTo>
                    <a:pt x="669531" y="513790"/>
                  </a:lnTo>
                  <a:lnTo>
                    <a:pt x="699452" y="545827"/>
                  </a:lnTo>
                  <a:lnTo>
                    <a:pt x="731284" y="575494"/>
                  </a:lnTo>
                  <a:lnTo>
                    <a:pt x="764863" y="602792"/>
                  </a:lnTo>
                  <a:lnTo>
                    <a:pt x="800025" y="627719"/>
                  </a:lnTo>
                  <a:lnTo>
                    <a:pt x="836607" y="650275"/>
                  </a:lnTo>
                  <a:lnTo>
                    <a:pt x="874446" y="670459"/>
                  </a:lnTo>
                  <a:lnTo>
                    <a:pt x="913377" y="688270"/>
                  </a:lnTo>
                  <a:lnTo>
                    <a:pt x="953238" y="703709"/>
                  </a:lnTo>
                  <a:lnTo>
                    <a:pt x="993865" y="716774"/>
                  </a:lnTo>
                  <a:lnTo>
                    <a:pt x="1035095" y="727465"/>
                  </a:lnTo>
                  <a:lnTo>
                    <a:pt x="1076764" y="735782"/>
                  </a:lnTo>
                  <a:lnTo>
                    <a:pt x="1118708" y="741723"/>
                  </a:lnTo>
                  <a:lnTo>
                    <a:pt x="1160765" y="745288"/>
                  </a:lnTo>
                  <a:lnTo>
                    <a:pt x="1202770" y="746476"/>
                  </a:lnTo>
                  <a:lnTo>
                    <a:pt x="3854365" y="745101"/>
                  </a:lnTo>
                  <a:lnTo>
                    <a:pt x="3854365" y="1729405"/>
                  </a:lnTo>
                  <a:lnTo>
                    <a:pt x="3852219" y="1777427"/>
                  </a:lnTo>
                  <a:lnTo>
                    <a:pt x="3845904" y="1824220"/>
                  </a:lnTo>
                  <a:lnTo>
                    <a:pt x="3835604" y="1869602"/>
                  </a:lnTo>
                  <a:lnTo>
                    <a:pt x="3821503" y="1913389"/>
                  </a:lnTo>
                  <a:lnTo>
                    <a:pt x="3803784" y="1955396"/>
                  </a:lnTo>
                  <a:lnTo>
                    <a:pt x="3782631" y="1995440"/>
                  </a:lnTo>
                  <a:lnTo>
                    <a:pt x="3758229" y="2033338"/>
                  </a:lnTo>
                  <a:lnTo>
                    <a:pt x="3730761" y="2068904"/>
                  </a:lnTo>
                  <a:lnTo>
                    <a:pt x="3700410" y="2101956"/>
                  </a:lnTo>
                  <a:lnTo>
                    <a:pt x="3667361" y="2132309"/>
                  </a:lnTo>
                  <a:lnTo>
                    <a:pt x="3631798" y="2159780"/>
                  </a:lnTo>
                  <a:lnTo>
                    <a:pt x="3593904" y="2184185"/>
                  </a:lnTo>
                  <a:lnTo>
                    <a:pt x="3553864" y="2205340"/>
                  </a:lnTo>
                  <a:lnTo>
                    <a:pt x="3511861" y="2223060"/>
                  </a:lnTo>
                  <a:lnTo>
                    <a:pt x="3468078" y="2237163"/>
                  </a:lnTo>
                  <a:lnTo>
                    <a:pt x="3422700" y="2247464"/>
                  </a:lnTo>
                  <a:lnTo>
                    <a:pt x="3375911" y="2253779"/>
                  </a:lnTo>
                  <a:lnTo>
                    <a:pt x="3327895" y="2255925"/>
                  </a:lnTo>
                  <a:close/>
                </a:path>
              </a:pathLst>
            </a:custGeom>
            <a:solidFill>
              <a:srgbClr val="5C9A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85786" y="6955974"/>
              <a:ext cx="82475" cy="921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65858" y="6928480"/>
              <a:ext cx="92098" cy="811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764829" y="7107194"/>
              <a:ext cx="3136900" cy="563880"/>
            </a:xfrm>
            <a:custGeom>
              <a:avLst/>
              <a:gdLst/>
              <a:ahLst/>
              <a:cxnLst/>
              <a:rect l="l" t="t" r="r" b="b"/>
              <a:pathLst>
                <a:path w="3136900" h="563879">
                  <a:moveTo>
                    <a:pt x="3131329" y="563637"/>
                  </a:moveTo>
                  <a:lnTo>
                    <a:pt x="2996618" y="563637"/>
                  </a:lnTo>
                  <a:lnTo>
                    <a:pt x="2991120" y="559513"/>
                  </a:lnTo>
                  <a:lnTo>
                    <a:pt x="2991120" y="545766"/>
                  </a:lnTo>
                  <a:lnTo>
                    <a:pt x="2995243" y="541642"/>
                  </a:lnTo>
                  <a:lnTo>
                    <a:pt x="3131329" y="541642"/>
                  </a:lnTo>
                  <a:lnTo>
                    <a:pt x="3136827" y="545766"/>
                  </a:lnTo>
                  <a:lnTo>
                    <a:pt x="3136827" y="559513"/>
                  </a:lnTo>
                  <a:lnTo>
                    <a:pt x="3131329" y="563637"/>
                  </a:lnTo>
                  <a:close/>
                </a:path>
                <a:path w="3136900" h="563879">
                  <a:moveTo>
                    <a:pt x="2883901" y="563637"/>
                  </a:moveTo>
                  <a:lnTo>
                    <a:pt x="2747816" y="563637"/>
                  </a:lnTo>
                  <a:lnTo>
                    <a:pt x="2742318" y="559513"/>
                  </a:lnTo>
                  <a:lnTo>
                    <a:pt x="2742318" y="545766"/>
                  </a:lnTo>
                  <a:lnTo>
                    <a:pt x="2746442" y="541642"/>
                  </a:lnTo>
                  <a:lnTo>
                    <a:pt x="2882527" y="541642"/>
                  </a:lnTo>
                  <a:lnTo>
                    <a:pt x="2888025" y="545766"/>
                  </a:lnTo>
                  <a:lnTo>
                    <a:pt x="2888025" y="559513"/>
                  </a:lnTo>
                  <a:lnTo>
                    <a:pt x="2883901" y="563637"/>
                  </a:lnTo>
                  <a:close/>
                </a:path>
                <a:path w="3136900" h="563879">
                  <a:moveTo>
                    <a:pt x="2635099" y="563637"/>
                  </a:moveTo>
                  <a:lnTo>
                    <a:pt x="2500389" y="563637"/>
                  </a:lnTo>
                  <a:lnTo>
                    <a:pt x="2494891" y="559513"/>
                  </a:lnTo>
                  <a:lnTo>
                    <a:pt x="2494891" y="545766"/>
                  </a:lnTo>
                  <a:lnTo>
                    <a:pt x="2499015" y="541642"/>
                  </a:lnTo>
                  <a:lnTo>
                    <a:pt x="2635100" y="541642"/>
                  </a:lnTo>
                  <a:lnTo>
                    <a:pt x="2640598" y="545766"/>
                  </a:lnTo>
                  <a:lnTo>
                    <a:pt x="2640598" y="559513"/>
                  </a:lnTo>
                  <a:lnTo>
                    <a:pt x="2635099" y="563637"/>
                  </a:lnTo>
                  <a:close/>
                </a:path>
                <a:path w="3136900" h="563879">
                  <a:moveTo>
                    <a:pt x="2387672" y="563637"/>
                  </a:moveTo>
                  <a:lnTo>
                    <a:pt x="2252962" y="563637"/>
                  </a:lnTo>
                  <a:lnTo>
                    <a:pt x="2247464" y="559513"/>
                  </a:lnTo>
                  <a:lnTo>
                    <a:pt x="2247464" y="545766"/>
                  </a:lnTo>
                  <a:lnTo>
                    <a:pt x="2251588" y="541642"/>
                  </a:lnTo>
                  <a:lnTo>
                    <a:pt x="2387673" y="541642"/>
                  </a:lnTo>
                  <a:lnTo>
                    <a:pt x="2393171" y="545766"/>
                  </a:lnTo>
                  <a:lnTo>
                    <a:pt x="2393171" y="559513"/>
                  </a:lnTo>
                  <a:lnTo>
                    <a:pt x="2387672" y="563637"/>
                  </a:lnTo>
                  <a:close/>
                </a:path>
                <a:path w="3136900" h="563879">
                  <a:moveTo>
                    <a:pt x="2140245" y="563637"/>
                  </a:moveTo>
                  <a:lnTo>
                    <a:pt x="2004160" y="563637"/>
                  </a:lnTo>
                  <a:lnTo>
                    <a:pt x="1998662" y="559513"/>
                  </a:lnTo>
                  <a:lnTo>
                    <a:pt x="1998662" y="545766"/>
                  </a:lnTo>
                  <a:lnTo>
                    <a:pt x="2002785" y="541642"/>
                  </a:lnTo>
                  <a:lnTo>
                    <a:pt x="2138871" y="541642"/>
                  </a:lnTo>
                  <a:lnTo>
                    <a:pt x="2144368" y="545766"/>
                  </a:lnTo>
                  <a:lnTo>
                    <a:pt x="2144368" y="559513"/>
                  </a:lnTo>
                  <a:lnTo>
                    <a:pt x="2140245" y="563637"/>
                  </a:lnTo>
                  <a:close/>
                </a:path>
                <a:path w="3136900" h="563879">
                  <a:moveTo>
                    <a:pt x="1891443" y="563637"/>
                  </a:moveTo>
                  <a:lnTo>
                    <a:pt x="1756732" y="563637"/>
                  </a:lnTo>
                  <a:lnTo>
                    <a:pt x="1751235" y="559513"/>
                  </a:lnTo>
                  <a:lnTo>
                    <a:pt x="1751235" y="545766"/>
                  </a:lnTo>
                  <a:lnTo>
                    <a:pt x="1755358" y="541642"/>
                  </a:lnTo>
                  <a:lnTo>
                    <a:pt x="1891443" y="541642"/>
                  </a:lnTo>
                  <a:lnTo>
                    <a:pt x="1896941" y="545766"/>
                  </a:lnTo>
                  <a:lnTo>
                    <a:pt x="1896941" y="559513"/>
                  </a:lnTo>
                  <a:lnTo>
                    <a:pt x="1891443" y="563637"/>
                  </a:lnTo>
                  <a:close/>
                </a:path>
                <a:path w="3136900" h="563879">
                  <a:moveTo>
                    <a:pt x="1644016" y="563637"/>
                  </a:moveTo>
                  <a:lnTo>
                    <a:pt x="1509305" y="563637"/>
                  </a:lnTo>
                  <a:lnTo>
                    <a:pt x="1503807" y="559513"/>
                  </a:lnTo>
                  <a:lnTo>
                    <a:pt x="1503807" y="545766"/>
                  </a:lnTo>
                  <a:lnTo>
                    <a:pt x="1507931" y="541642"/>
                  </a:lnTo>
                  <a:lnTo>
                    <a:pt x="1644016" y="541642"/>
                  </a:lnTo>
                  <a:lnTo>
                    <a:pt x="1649514" y="545766"/>
                  </a:lnTo>
                  <a:lnTo>
                    <a:pt x="1649514" y="559513"/>
                  </a:lnTo>
                  <a:lnTo>
                    <a:pt x="1644016" y="563637"/>
                  </a:lnTo>
                  <a:close/>
                </a:path>
                <a:path w="3136900" h="563879">
                  <a:moveTo>
                    <a:pt x="1396589" y="563637"/>
                  </a:moveTo>
                  <a:lnTo>
                    <a:pt x="1260504" y="563637"/>
                  </a:lnTo>
                  <a:lnTo>
                    <a:pt x="1255006" y="559513"/>
                  </a:lnTo>
                  <a:lnTo>
                    <a:pt x="1255006" y="545766"/>
                  </a:lnTo>
                  <a:lnTo>
                    <a:pt x="1259129" y="541642"/>
                  </a:lnTo>
                  <a:lnTo>
                    <a:pt x="1395214" y="541642"/>
                  </a:lnTo>
                  <a:lnTo>
                    <a:pt x="1400713" y="545766"/>
                  </a:lnTo>
                  <a:lnTo>
                    <a:pt x="1400713" y="559513"/>
                  </a:lnTo>
                  <a:lnTo>
                    <a:pt x="1396589" y="563637"/>
                  </a:lnTo>
                  <a:close/>
                </a:path>
                <a:path w="3136900" h="563879">
                  <a:moveTo>
                    <a:pt x="1147787" y="563637"/>
                  </a:moveTo>
                  <a:lnTo>
                    <a:pt x="1013077" y="563637"/>
                  </a:lnTo>
                  <a:lnTo>
                    <a:pt x="1007579" y="559513"/>
                  </a:lnTo>
                  <a:lnTo>
                    <a:pt x="1007579" y="545766"/>
                  </a:lnTo>
                  <a:lnTo>
                    <a:pt x="1011702" y="541642"/>
                  </a:lnTo>
                  <a:lnTo>
                    <a:pt x="1147787" y="541642"/>
                  </a:lnTo>
                  <a:lnTo>
                    <a:pt x="1153285" y="545766"/>
                  </a:lnTo>
                  <a:lnTo>
                    <a:pt x="1153285" y="559513"/>
                  </a:lnTo>
                  <a:lnTo>
                    <a:pt x="1147787" y="563637"/>
                  </a:lnTo>
                  <a:close/>
                </a:path>
                <a:path w="3136900" h="563879">
                  <a:moveTo>
                    <a:pt x="900360" y="563637"/>
                  </a:moveTo>
                  <a:lnTo>
                    <a:pt x="765650" y="563637"/>
                  </a:lnTo>
                  <a:lnTo>
                    <a:pt x="761526" y="558139"/>
                  </a:lnTo>
                  <a:lnTo>
                    <a:pt x="761526" y="547140"/>
                  </a:lnTo>
                  <a:lnTo>
                    <a:pt x="767024" y="543016"/>
                  </a:lnTo>
                  <a:lnTo>
                    <a:pt x="901734" y="543016"/>
                  </a:lnTo>
                  <a:lnTo>
                    <a:pt x="907232" y="547140"/>
                  </a:lnTo>
                  <a:lnTo>
                    <a:pt x="907232" y="560888"/>
                  </a:lnTo>
                  <a:lnTo>
                    <a:pt x="900360" y="563637"/>
                  </a:lnTo>
                  <a:close/>
                </a:path>
                <a:path w="3136900" h="563879">
                  <a:moveTo>
                    <a:pt x="652933" y="549890"/>
                  </a:moveTo>
                  <a:lnTo>
                    <a:pt x="646060" y="549890"/>
                  </a:lnTo>
                  <a:lnTo>
                    <a:pt x="615174" y="544005"/>
                  </a:lnTo>
                  <a:lnTo>
                    <a:pt x="584547" y="536830"/>
                  </a:lnTo>
                  <a:lnTo>
                    <a:pt x="554435" y="528625"/>
                  </a:lnTo>
                  <a:lnTo>
                    <a:pt x="525096" y="519646"/>
                  </a:lnTo>
                  <a:lnTo>
                    <a:pt x="519597" y="518271"/>
                  </a:lnTo>
                  <a:lnTo>
                    <a:pt x="516848" y="511397"/>
                  </a:lnTo>
                  <a:lnTo>
                    <a:pt x="518223" y="507273"/>
                  </a:lnTo>
                  <a:lnTo>
                    <a:pt x="519597" y="501775"/>
                  </a:lnTo>
                  <a:lnTo>
                    <a:pt x="525096" y="499025"/>
                  </a:lnTo>
                  <a:lnTo>
                    <a:pt x="530594" y="500400"/>
                  </a:lnTo>
                  <a:lnTo>
                    <a:pt x="559697" y="509185"/>
                  </a:lnTo>
                  <a:lnTo>
                    <a:pt x="589186" y="517068"/>
                  </a:lnTo>
                  <a:lnTo>
                    <a:pt x="618933" y="524178"/>
                  </a:lnTo>
                  <a:lnTo>
                    <a:pt x="648809" y="530644"/>
                  </a:lnTo>
                  <a:lnTo>
                    <a:pt x="654307" y="532019"/>
                  </a:lnTo>
                  <a:lnTo>
                    <a:pt x="658432" y="537518"/>
                  </a:lnTo>
                  <a:lnTo>
                    <a:pt x="657057" y="543016"/>
                  </a:lnTo>
                  <a:lnTo>
                    <a:pt x="657057" y="547140"/>
                  </a:lnTo>
                  <a:lnTo>
                    <a:pt x="652933" y="549890"/>
                  </a:lnTo>
                  <a:close/>
                </a:path>
                <a:path w="3136900" h="563879">
                  <a:moveTo>
                    <a:pt x="416503" y="474280"/>
                  </a:moveTo>
                  <a:lnTo>
                    <a:pt x="409629" y="474280"/>
                  </a:lnTo>
                  <a:lnTo>
                    <a:pt x="408255" y="472905"/>
                  </a:lnTo>
                  <a:lnTo>
                    <a:pt x="380462" y="458771"/>
                  </a:lnTo>
                  <a:lnTo>
                    <a:pt x="325908" y="426895"/>
                  </a:lnTo>
                  <a:lnTo>
                    <a:pt x="294164" y="400045"/>
                  </a:lnTo>
                  <a:lnTo>
                    <a:pt x="299662" y="391797"/>
                  </a:lnTo>
                  <a:lnTo>
                    <a:pt x="306535" y="390422"/>
                  </a:lnTo>
                  <a:lnTo>
                    <a:pt x="335895" y="410183"/>
                  </a:lnTo>
                  <a:lnTo>
                    <a:pt x="362034" y="426165"/>
                  </a:lnTo>
                  <a:lnTo>
                    <a:pt x="388946" y="441115"/>
                  </a:lnTo>
                  <a:lnTo>
                    <a:pt x="422001" y="457783"/>
                  </a:lnTo>
                  <a:lnTo>
                    <a:pt x="423376" y="463282"/>
                  </a:lnTo>
                  <a:lnTo>
                    <a:pt x="420626" y="468781"/>
                  </a:lnTo>
                  <a:lnTo>
                    <a:pt x="420626" y="471531"/>
                  </a:lnTo>
                  <a:lnTo>
                    <a:pt x="416503" y="474280"/>
                  </a:lnTo>
                  <a:close/>
                </a:path>
                <a:path w="3136900" h="563879">
                  <a:moveTo>
                    <a:pt x="213062" y="332683"/>
                  </a:moveTo>
                  <a:lnTo>
                    <a:pt x="207564" y="332683"/>
                  </a:lnTo>
                  <a:lnTo>
                    <a:pt x="204815" y="331309"/>
                  </a:lnTo>
                  <a:lnTo>
                    <a:pt x="181060" y="307788"/>
                  </a:lnTo>
                  <a:lnTo>
                    <a:pt x="159453" y="284740"/>
                  </a:lnTo>
                  <a:lnTo>
                    <a:pt x="138877" y="260918"/>
                  </a:lnTo>
                  <a:lnTo>
                    <a:pt x="119590" y="236453"/>
                  </a:lnTo>
                  <a:lnTo>
                    <a:pt x="115466" y="232329"/>
                  </a:lnTo>
                  <a:lnTo>
                    <a:pt x="116841" y="225455"/>
                  </a:lnTo>
                  <a:lnTo>
                    <a:pt x="125088" y="217207"/>
                  </a:lnTo>
                  <a:lnTo>
                    <a:pt x="131961" y="218581"/>
                  </a:lnTo>
                  <a:lnTo>
                    <a:pt x="136085" y="222705"/>
                  </a:lnTo>
                  <a:lnTo>
                    <a:pt x="155136" y="246355"/>
                  </a:lnTo>
                  <a:lnTo>
                    <a:pt x="175089" y="269618"/>
                  </a:lnTo>
                  <a:lnTo>
                    <a:pt x="195816" y="292108"/>
                  </a:lnTo>
                  <a:lnTo>
                    <a:pt x="221310" y="317561"/>
                  </a:lnTo>
                  <a:lnTo>
                    <a:pt x="221310" y="324435"/>
                  </a:lnTo>
                  <a:lnTo>
                    <a:pt x="217186" y="328559"/>
                  </a:lnTo>
                  <a:lnTo>
                    <a:pt x="215812" y="331309"/>
                  </a:lnTo>
                  <a:lnTo>
                    <a:pt x="213062" y="332683"/>
                  </a:lnTo>
                  <a:close/>
                </a:path>
                <a:path w="3136900" h="563879">
                  <a:moveTo>
                    <a:pt x="64606" y="136097"/>
                  </a:moveTo>
                  <a:lnTo>
                    <a:pt x="56358" y="136097"/>
                  </a:lnTo>
                  <a:lnTo>
                    <a:pt x="53609" y="134723"/>
                  </a:lnTo>
                  <a:lnTo>
                    <a:pt x="24055" y="73891"/>
                  </a:lnTo>
                  <a:lnTo>
                    <a:pt x="1374" y="15122"/>
                  </a:lnTo>
                  <a:lnTo>
                    <a:pt x="0" y="9623"/>
                  </a:lnTo>
                  <a:lnTo>
                    <a:pt x="2749" y="4124"/>
                  </a:lnTo>
                  <a:lnTo>
                    <a:pt x="8247" y="1374"/>
                  </a:lnTo>
                  <a:lnTo>
                    <a:pt x="13745" y="0"/>
                  </a:lnTo>
                  <a:lnTo>
                    <a:pt x="19244" y="2749"/>
                  </a:lnTo>
                  <a:lnTo>
                    <a:pt x="20618" y="8248"/>
                  </a:lnTo>
                  <a:lnTo>
                    <a:pt x="30649" y="37074"/>
                  </a:lnTo>
                  <a:lnTo>
                    <a:pt x="42097" y="65643"/>
                  </a:lnTo>
                  <a:lnTo>
                    <a:pt x="54833" y="93696"/>
                  </a:lnTo>
                  <a:lnTo>
                    <a:pt x="68729" y="120976"/>
                  </a:lnTo>
                  <a:lnTo>
                    <a:pt x="71479" y="126474"/>
                  </a:lnTo>
                  <a:lnTo>
                    <a:pt x="70104" y="131973"/>
                  </a:lnTo>
                  <a:lnTo>
                    <a:pt x="64607" y="134723"/>
                  </a:lnTo>
                  <a:lnTo>
                    <a:pt x="64606" y="1360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02000" y="7647462"/>
              <a:ext cx="85224" cy="85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485786" y="7149811"/>
              <a:ext cx="3601720" cy="1757045"/>
            </a:xfrm>
            <a:custGeom>
              <a:avLst/>
              <a:gdLst/>
              <a:ahLst/>
              <a:cxnLst/>
              <a:rect l="l" t="t" r="r" b="b"/>
              <a:pathLst>
                <a:path w="3601719" h="1757045">
                  <a:moveTo>
                    <a:pt x="3201432" y="1756899"/>
                  </a:moveTo>
                  <a:lnTo>
                    <a:pt x="3123080" y="1756899"/>
                  </a:lnTo>
                  <a:lnTo>
                    <a:pt x="3117582" y="1752775"/>
                  </a:lnTo>
                  <a:lnTo>
                    <a:pt x="3117582" y="1739028"/>
                  </a:lnTo>
                  <a:lnTo>
                    <a:pt x="3121706" y="1734904"/>
                  </a:lnTo>
                  <a:lnTo>
                    <a:pt x="3201432" y="1734904"/>
                  </a:lnTo>
                  <a:lnTo>
                    <a:pt x="3213589" y="1734668"/>
                  </a:lnTo>
                  <a:lnTo>
                    <a:pt x="3225488" y="1734045"/>
                  </a:lnTo>
                  <a:lnTo>
                    <a:pt x="3249543" y="1732154"/>
                  </a:lnTo>
                  <a:lnTo>
                    <a:pt x="3255042" y="1732154"/>
                  </a:lnTo>
                  <a:lnTo>
                    <a:pt x="3260540" y="1734904"/>
                  </a:lnTo>
                  <a:lnTo>
                    <a:pt x="3260540" y="1741778"/>
                  </a:lnTo>
                  <a:lnTo>
                    <a:pt x="3261914" y="1747276"/>
                  </a:lnTo>
                  <a:lnTo>
                    <a:pt x="3257790" y="1752775"/>
                  </a:lnTo>
                  <a:lnTo>
                    <a:pt x="3252292" y="1752775"/>
                  </a:lnTo>
                  <a:lnTo>
                    <a:pt x="3239899" y="1754579"/>
                  </a:lnTo>
                  <a:lnTo>
                    <a:pt x="3227378" y="1755868"/>
                  </a:lnTo>
                  <a:lnTo>
                    <a:pt x="3214598" y="1756641"/>
                  </a:lnTo>
                  <a:lnTo>
                    <a:pt x="3201432" y="1756899"/>
                  </a:lnTo>
                  <a:close/>
                </a:path>
                <a:path w="3601719" h="1757045">
                  <a:moveTo>
                    <a:pt x="3011738" y="1756899"/>
                  </a:moveTo>
                  <a:lnTo>
                    <a:pt x="2878401" y="1756899"/>
                  </a:lnTo>
                  <a:lnTo>
                    <a:pt x="2872904" y="1752775"/>
                  </a:lnTo>
                  <a:lnTo>
                    <a:pt x="2872904" y="1739028"/>
                  </a:lnTo>
                  <a:lnTo>
                    <a:pt x="2877027" y="1734904"/>
                  </a:lnTo>
                  <a:lnTo>
                    <a:pt x="3011738" y="1734904"/>
                  </a:lnTo>
                  <a:lnTo>
                    <a:pt x="3017236" y="1739028"/>
                  </a:lnTo>
                  <a:lnTo>
                    <a:pt x="3017236" y="1752775"/>
                  </a:lnTo>
                  <a:lnTo>
                    <a:pt x="3011738" y="1756899"/>
                  </a:lnTo>
                  <a:close/>
                </a:path>
                <a:path w="3601719" h="1757045">
                  <a:moveTo>
                    <a:pt x="2767060" y="1756899"/>
                  </a:moveTo>
                  <a:lnTo>
                    <a:pt x="2633724" y="1756899"/>
                  </a:lnTo>
                  <a:lnTo>
                    <a:pt x="2628226" y="1752775"/>
                  </a:lnTo>
                  <a:lnTo>
                    <a:pt x="2628226" y="1739028"/>
                  </a:lnTo>
                  <a:lnTo>
                    <a:pt x="2632349" y="1734904"/>
                  </a:lnTo>
                  <a:lnTo>
                    <a:pt x="2767060" y="1734904"/>
                  </a:lnTo>
                  <a:lnTo>
                    <a:pt x="2772558" y="1739028"/>
                  </a:lnTo>
                  <a:lnTo>
                    <a:pt x="2772558" y="1752775"/>
                  </a:lnTo>
                  <a:lnTo>
                    <a:pt x="2767060" y="1756899"/>
                  </a:lnTo>
                  <a:close/>
                </a:path>
                <a:path w="3601719" h="1757045">
                  <a:moveTo>
                    <a:pt x="2522382" y="1756899"/>
                  </a:moveTo>
                  <a:lnTo>
                    <a:pt x="2389046" y="1756899"/>
                  </a:lnTo>
                  <a:lnTo>
                    <a:pt x="2383548" y="1752775"/>
                  </a:lnTo>
                  <a:lnTo>
                    <a:pt x="2383548" y="1739028"/>
                  </a:lnTo>
                  <a:lnTo>
                    <a:pt x="2387672" y="1734904"/>
                  </a:lnTo>
                  <a:lnTo>
                    <a:pt x="2522383" y="1734904"/>
                  </a:lnTo>
                  <a:lnTo>
                    <a:pt x="2527880" y="1739028"/>
                  </a:lnTo>
                  <a:lnTo>
                    <a:pt x="2527880" y="1752775"/>
                  </a:lnTo>
                  <a:lnTo>
                    <a:pt x="2522382" y="1756899"/>
                  </a:lnTo>
                  <a:close/>
                </a:path>
                <a:path w="3601719" h="1757045">
                  <a:moveTo>
                    <a:pt x="2277704" y="1756899"/>
                  </a:moveTo>
                  <a:lnTo>
                    <a:pt x="2144368" y="1756899"/>
                  </a:lnTo>
                  <a:lnTo>
                    <a:pt x="2138870" y="1752775"/>
                  </a:lnTo>
                  <a:lnTo>
                    <a:pt x="2138870" y="1739028"/>
                  </a:lnTo>
                  <a:lnTo>
                    <a:pt x="2142994" y="1734904"/>
                  </a:lnTo>
                  <a:lnTo>
                    <a:pt x="2277705" y="1734904"/>
                  </a:lnTo>
                  <a:lnTo>
                    <a:pt x="2283203" y="1739028"/>
                  </a:lnTo>
                  <a:lnTo>
                    <a:pt x="2283203" y="1752775"/>
                  </a:lnTo>
                  <a:lnTo>
                    <a:pt x="2277704" y="1756899"/>
                  </a:lnTo>
                  <a:close/>
                </a:path>
                <a:path w="3601719" h="1757045">
                  <a:moveTo>
                    <a:pt x="2033026" y="1756899"/>
                  </a:moveTo>
                  <a:lnTo>
                    <a:pt x="1899689" y="1756899"/>
                  </a:lnTo>
                  <a:lnTo>
                    <a:pt x="1894191" y="1752775"/>
                  </a:lnTo>
                  <a:lnTo>
                    <a:pt x="1894191" y="1739028"/>
                  </a:lnTo>
                  <a:lnTo>
                    <a:pt x="1898315" y="1734904"/>
                  </a:lnTo>
                  <a:lnTo>
                    <a:pt x="2033026" y="1734904"/>
                  </a:lnTo>
                  <a:lnTo>
                    <a:pt x="2038524" y="1739028"/>
                  </a:lnTo>
                  <a:lnTo>
                    <a:pt x="2038524" y="1752775"/>
                  </a:lnTo>
                  <a:lnTo>
                    <a:pt x="2033026" y="1756899"/>
                  </a:lnTo>
                  <a:close/>
                </a:path>
                <a:path w="3601719" h="1757045">
                  <a:moveTo>
                    <a:pt x="1788348" y="1756899"/>
                  </a:moveTo>
                  <a:lnTo>
                    <a:pt x="1653638" y="1756899"/>
                  </a:lnTo>
                  <a:lnTo>
                    <a:pt x="1648140" y="1752775"/>
                  </a:lnTo>
                  <a:lnTo>
                    <a:pt x="1648140" y="1739028"/>
                  </a:lnTo>
                  <a:lnTo>
                    <a:pt x="1652263" y="1734904"/>
                  </a:lnTo>
                  <a:lnTo>
                    <a:pt x="1786974" y="1734904"/>
                  </a:lnTo>
                  <a:lnTo>
                    <a:pt x="1792472" y="1739028"/>
                  </a:lnTo>
                  <a:lnTo>
                    <a:pt x="1792472" y="1752775"/>
                  </a:lnTo>
                  <a:lnTo>
                    <a:pt x="1788348" y="1756899"/>
                  </a:lnTo>
                  <a:close/>
                </a:path>
                <a:path w="3601719" h="1757045">
                  <a:moveTo>
                    <a:pt x="1542295" y="1756899"/>
                  </a:moveTo>
                  <a:lnTo>
                    <a:pt x="1408960" y="1756899"/>
                  </a:lnTo>
                  <a:lnTo>
                    <a:pt x="1403461" y="1752775"/>
                  </a:lnTo>
                  <a:lnTo>
                    <a:pt x="1403461" y="1739028"/>
                  </a:lnTo>
                  <a:lnTo>
                    <a:pt x="1407585" y="1734904"/>
                  </a:lnTo>
                  <a:lnTo>
                    <a:pt x="1542295" y="1734904"/>
                  </a:lnTo>
                  <a:lnTo>
                    <a:pt x="1547794" y="1739028"/>
                  </a:lnTo>
                  <a:lnTo>
                    <a:pt x="1547794" y="1752775"/>
                  </a:lnTo>
                  <a:lnTo>
                    <a:pt x="1542295" y="1756899"/>
                  </a:lnTo>
                  <a:close/>
                </a:path>
                <a:path w="3601719" h="1757045">
                  <a:moveTo>
                    <a:pt x="1297617" y="1756899"/>
                  </a:moveTo>
                  <a:lnTo>
                    <a:pt x="1164282" y="1756899"/>
                  </a:lnTo>
                  <a:lnTo>
                    <a:pt x="1158784" y="1752775"/>
                  </a:lnTo>
                  <a:lnTo>
                    <a:pt x="1158784" y="1739028"/>
                  </a:lnTo>
                  <a:lnTo>
                    <a:pt x="1162907" y="1734904"/>
                  </a:lnTo>
                  <a:lnTo>
                    <a:pt x="1297617" y="1734904"/>
                  </a:lnTo>
                  <a:lnTo>
                    <a:pt x="1303116" y="1739028"/>
                  </a:lnTo>
                  <a:lnTo>
                    <a:pt x="1303116" y="1752775"/>
                  </a:lnTo>
                  <a:lnTo>
                    <a:pt x="1297617" y="1756899"/>
                  </a:lnTo>
                  <a:close/>
                </a:path>
                <a:path w="3601719" h="1757045">
                  <a:moveTo>
                    <a:pt x="1052940" y="1756899"/>
                  </a:moveTo>
                  <a:lnTo>
                    <a:pt x="919604" y="1756899"/>
                  </a:lnTo>
                  <a:lnTo>
                    <a:pt x="914105" y="1752775"/>
                  </a:lnTo>
                  <a:lnTo>
                    <a:pt x="914105" y="1739028"/>
                  </a:lnTo>
                  <a:lnTo>
                    <a:pt x="918229" y="1734904"/>
                  </a:lnTo>
                  <a:lnTo>
                    <a:pt x="1052939" y="1734904"/>
                  </a:lnTo>
                  <a:lnTo>
                    <a:pt x="1058438" y="1739028"/>
                  </a:lnTo>
                  <a:lnTo>
                    <a:pt x="1058438" y="1752775"/>
                  </a:lnTo>
                  <a:lnTo>
                    <a:pt x="1052940" y="1756899"/>
                  </a:lnTo>
                  <a:close/>
                </a:path>
                <a:path w="3601719" h="1757045">
                  <a:moveTo>
                    <a:pt x="808261" y="1756899"/>
                  </a:moveTo>
                  <a:lnTo>
                    <a:pt x="674926" y="1756899"/>
                  </a:lnTo>
                  <a:lnTo>
                    <a:pt x="669428" y="1752775"/>
                  </a:lnTo>
                  <a:lnTo>
                    <a:pt x="669428" y="1739028"/>
                  </a:lnTo>
                  <a:lnTo>
                    <a:pt x="673551" y="1734904"/>
                  </a:lnTo>
                  <a:lnTo>
                    <a:pt x="808261" y="1734904"/>
                  </a:lnTo>
                  <a:lnTo>
                    <a:pt x="813760" y="1739028"/>
                  </a:lnTo>
                  <a:lnTo>
                    <a:pt x="813760" y="1752775"/>
                  </a:lnTo>
                  <a:lnTo>
                    <a:pt x="808261" y="1756899"/>
                  </a:lnTo>
                  <a:close/>
                </a:path>
                <a:path w="3601719" h="1757045">
                  <a:moveTo>
                    <a:pt x="563584" y="1756899"/>
                  </a:moveTo>
                  <a:lnTo>
                    <a:pt x="479733" y="1756899"/>
                  </a:lnTo>
                  <a:lnTo>
                    <a:pt x="468393" y="1756663"/>
                  </a:lnTo>
                  <a:lnTo>
                    <a:pt x="457052" y="1756040"/>
                  </a:lnTo>
                  <a:lnTo>
                    <a:pt x="445712" y="1755159"/>
                  </a:lnTo>
                  <a:lnTo>
                    <a:pt x="434372" y="1754150"/>
                  </a:lnTo>
                  <a:lnTo>
                    <a:pt x="428873" y="1754150"/>
                  </a:lnTo>
                  <a:lnTo>
                    <a:pt x="424749" y="1748651"/>
                  </a:lnTo>
                  <a:lnTo>
                    <a:pt x="424749" y="1737653"/>
                  </a:lnTo>
                  <a:lnTo>
                    <a:pt x="430248" y="1733529"/>
                  </a:lnTo>
                  <a:lnTo>
                    <a:pt x="435746" y="1733529"/>
                  </a:lnTo>
                  <a:lnTo>
                    <a:pt x="446270" y="1734323"/>
                  </a:lnTo>
                  <a:lnTo>
                    <a:pt x="457052" y="1734732"/>
                  </a:lnTo>
                  <a:lnTo>
                    <a:pt x="467834" y="1734882"/>
                  </a:lnTo>
                  <a:lnTo>
                    <a:pt x="562180" y="1734882"/>
                  </a:lnTo>
                  <a:lnTo>
                    <a:pt x="567707" y="1739028"/>
                  </a:lnTo>
                  <a:lnTo>
                    <a:pt x="567707" y="1752775"/>
                  </a:lnTo>
                  <a:lnTo>
                    <a:pt x="563584" y="1756899"/>
                  </a:lnTo>
                  <a:close/>
                </a:path>
                <a:path w="3601719" h="1757045">
                  <a:moveTo>
                    <a:pt x="320280" y="1728030"/>
                  </a:moveTo>
                  <a:lnTo>
                    <a:pt x="312033" y="1728030"/>
                  </a:lnTo>
                  <a:lnTo>
                    <a:pt x="283446" y="1715915"/>
                  </a:lnTo>
                  <a:lnTo>
                    <a:pt x="228333" y="1687046"/>
                  </a:lnTo>
                  <a:lnTo>
                    <a:pt x="196567" y="1660668"/>
                  </a:lnTo>
                  <a:lnTo>
                    <a:pt x="202065" y="1652420"/>
                  </a:lnTo>
                  <a:lnTo>
                    <a:pt x="208938" y="1651045"/>
                  </a:lnTo>
                  <a:lnTo>
                    <a:pt x="238298" y="1670527"/>
                  </a:lnTo>
                  <a:lnTo>
                    <a:pt x="264437" y="1685585"/>
                  </a:lnTo>
                  <a:lnTo>
                    <a:pt x="291349" y="1698838"/>
                  </a:lnTo>
                  <a:lnTo>
                    <a:pt x="318906" y="1710158"/>
                  </a:lnTo>
                  <a:lnTo>
                    <a:pt x="324404" y="1711533"/>
                  </a:lnTo>
                  <a:lnTo>
                    <a:pt x="327153" y="1718407"/>
                  </a:lnTo>
                  <a:lnTo>
                    <a:pt x="324404" y="1723905"/>
                  </a:lnTo>
                  <a:lnTo>
                    <a:pt x="324404" y="1725281"/>
                  </a:lnTo>
                  <a:lnTo>
                    <a:pt x="320280" y="1728030"/>
                  </a:lnTo>
                  <a:close/>
                </a:path>
                <a:path w="3601719" h="1757045">
                  <a:moveTo>
                    <a:pt x="3370507" y="1719782"/>
                  </a:moveTo>
                  <a:lnTo>
                    <a:pt x="3363634" y="1719782"/>
                  </a:lnTo>
                  <a:lnTo>
                    <a:pt x="3358135" y="1714283"/>
                  </a:lnTo>
                  <a:lnTo>
                    <a:pt x="3355386" y="1708784"/>
                  </a:lnTo>
                  <a:lnTo>
                    <a:pt x="3358135" y="1703285"/>
                  </a:lnTo>
                  <a:lnTo>
                    <a:pt x="3363634" y="1700536"/>
                  </a:lnTo>
                  <a:lnTo>
                    <a:pt x="3389902" y="1686917"/>
                  </a:lnTo>
                  <a:lnTo>
                    <a:pt x="3415010" y="1670979"/>
                  </a:lnTo>
                  <a:lnTo>
                    <a:pt x="3438829" y="1652979"/>
                  </a:lnTo>
                  <a:lnTo>
                    <a:pt x="3461230" y="1633174"/>
                  </a:lnTo>
                  <a:lnTo>
                    <a:pt x="3465354" y="1629050"/>
                  </a:lnTo>
                  <a:lnTo>
                    <a:pt x="3472227" y="1629050"/>
                  </a:lnTo>
                  <a:lnTo>
                    <a:pt x="3480474" y="1637298"/>
                  </a:lnTo>
                  <a:lnTo>
                    <a:pt x="3480474" y="1644172"/>
                  </a:lnTo>
                  <a:lnTo>
                    <a:pt x="3427380" y="1687476"/>
                  </a:lnTo>
                  <a:lnTo>
                    <a:pt x="3373256" y="1718407"/>
                  </a:lnTo>
                  <a:lnTo>
                    <a:pt x="3370507" y="1719782"/>
                  </a:lnTo>
                  <a:close/>
                </a:path>
                <a:path w="3601719" h="1757045">
                  <a:moveTo>
                    <a:pt x="120964" y="1587808"/>
                  </a:moveTo>
                  <a:lnTo>
                    <a:pt x="116840" y="1587808"/>
                  </a:lnTo>
                  <a:lnTo>
                    <a:pt x="114091" y="1586433"/>
                  </a:lnTo>
                  <a:lnTo>
                    <a:pt x="74571" y="1533335"/>
                  </a:lnTo>
                  <a:lnTo>
                    <a:pt x="43986" y="1477830"/>
                  </a:lnTo>
                  <a:lnTo>
                    <a:pt x="41237" y="1472331"/>
                  </a:lnTo>
                  <a:lnTo>
                    <a:pt x="43986" y="1466832"/>
                  </a:lnTo>
                  <a:lnTo>
                    <a:pt x="54983" y="1461333"/>
                  </a:lnTo>
                  <a:lnTo>
                    <a:pt x="60481" y="1464083"/>
                  </a:lnTo>
                  <a:lnTo>
                    <a:pt x="63230" y="1469581"/>
                  </a:lnTo>
                  <a:lnTo>
                    <a:pt x="76590" y="1496088"/>
                  </a:lnTo>
                  <a:lnTo>
                    <a:pt x="91753" y="1521821"/>
                  </a:lnTo>
                  <a:lnTo>
                    <a:pt x="108463" y="1546523"/>
                  </a:lnTo>
                  <a:lnTo>
                    <a:pt x="126462" y="1569936"/>
                  </a:lnTo>
                  <a:lnTo>
                    <a:pt x="130586" y="1574060"/>
                  </a:lnTo>
                  <a:lnTo>
                    <a:pt x="129211" y="1580934"/>
                  </a:lnTo>
                  <a:lnTo>
                    <a:pt x="123713" y="1586433"/>
                  </a:lnTo>
                  <a:lnTo>
                    <a:pt x="120964" y="1587808"/>
                  </a:lnTo>
                  <a:close/>
                </a:path>
                <a:path w="3601719" h="1757045">
                  <a:moveTo>
                    <a:pt x="3546455" y="1554815"/>
                  </a:moveTo>
                  <a:lnTo>
                    <a:pt x="3539582" y="1554815"/>
                  </a:lnTo>
                  <a:lnTo>
                    <a:pt x="3531334" y="1550690"/>
                  </a:lnTo>
                  <a:lnTo>
                    <a:pt x="3529960" y="1543817"/>
                  </a:lnTo>
                  <a:lnTo>
                    <a:pt x="3532709" y="1539693"/>
                  </a:lnTo>
                  <a:lnTo>
                    <a:pt x="3546090" y="1513208"/>
                  </a:lnTo>
                  <a:lnTo>
                    <a:pt x="3557281" y="1485563"/>
                  </a:lnTo>
                  <a:lnTo>
                    <a:pt x="3566151" y="1457145"/>
                  </a:lnTo>
                  <a:lnTo>
                    <a:pt x="3572573" y="1428340"/>
                  </a:lnTo>
                  <a:lnTo>
                    <a:pt x="3573947" y="1422841"/>
                  </a:lnTo>
                  <a:lnTo>
                    <a:pt x="3579446" y="1418716"/>
                  </a:lnTo>
                  <a:lnTo>
                    <a:pt x="3590443" y="1421466"/>
                  </a:lnTo>
                  <a:lnTo>
                    <a:pt x="3594567" y="1426965"/>
                  </a:lnTo>
                  <a:lnTo>
                    <a:pt x="3593192" y="1432464"/>
                  </a:lnTo>
                  <a:lnTo>
                    <a:pt x="3585954" y="1463116"/>
                  </a:lnTo>
                  <a:lnTo>
                    <a:pt x="3576525" y="1493123"/>
                  </a:lnTo>
                  <a:lnTo>
                    <a:pt x="3564777" y="1522358"/>
                  </a:lnTo>
                  <a:lnTo>
                    <a:pt x="3550580" y="1550690"/>
                  </a:lnTo>
                  <a:lnTo>
                    <a:pt x="3550580" y="1552065"/>
                  </a:lnTo>
                  <a:lnTo>
                    <a:pt x="3546455" y="1554815"/>
                  </a:lnTo>
                  <a:close/>
                </a:path>
                <a:path w="3601719" h="1757045">
                  <a:moveTo>
                    <a:pt x="21992" y="1369227"/>
                  </a:moveTo>
                  <a:lnTo>
                    <a:pt x="19244" y="1367852"/>
                  </a:lnTo>
                  <a:lnTo>
                    <a:pt x="12371" y="1367852"/>
                  </a:lnTo>
                  <a:lnTo>
                    <a:pt x="8247" y="1363728"/>
                  </a:lnTo>
                  <a:lnTo>
                    <a:pt x="8247" y="1359603"/>
                  </a:lnTo>
                  <a:lnTo>
                    <a:pt x="5433" y="1339777"/>
                  </a:lnTo>
                  <a:lnTo>
                    <a:pt x="3264" y="1319565"/>
                  </a:lnTo>
                  <a:lnTo>
                    <a:pt x="1868" y="1299094"/>
                  </a:lnTo>
                  <a:lnTo>
                    <a:pt x="1374" y="1278495"/>
                  </a:lnTo>
                  <a:lnTo>
                    <a:pt x="1374" y="1230379"/>
                  </a:lnTo>
                  <a:lnTo>
                    <a:pt x="5497" y="1224880"/>
                  </a:lnTo>
                  <a:lnTo>
                    <a:pt x="19243" y="1224880"/>
                  </a:lnTo>
                  <a:lnTo>
                    <a:pt x="23367" y="1229004"/>
                  </a:lnTo>
                  <a:lnTo>
                    <a:pt x="23367" y="1278495"/>
                  </a:lnTo>
                  <a:lnTo>
                    <a:pt x="23861" y="1298084"/>
                  </a:lnTo>
                  <a:lnTo>
                    <a:pt x="25257" y="1317674"/>
                  </a:lnTo>
                  <a:lnTo>
                    <a:pt x="27426" y="1337264"/>
                  </a:lnTo>
                  <a:lnTo>
                    <a:pt x="30240" y="1356854"/>
                  </a:lnTo>
                  <a:lnTo>
                    <a:pt x="31615" y="1362353"/>
                  </a:lnTo>
                  <a:lnTo>
                    <a:pt x="27491" y="1367852"/>
                  </a:lnTo>
                  <a:lnTo>
                    <a:pt x="21992" y="1369227"/>
                  </a:lnTo>
                  <a:close/>
                </a:path>
                <a:path w="3601719" h="1757045">
                  <a:moveTo>
                    <a:pt x="3595941" y="1316987"/>
                  </a:moveTo>
                  <a:lnTo>
                    <a:pt x="3584944" y="1316987"/>
                  </a:lnTo>
                  <a:lnTo>
                    <a:pt x="3579446" y="1312863"/>
                  </a:lnTo>
                  <a:lnTo>
                    <a:pt x="3579446" y="1178140"/>
                  </a:lnTo>
                  <a:lnTo>
                    <a:pt x="3583570" y="1172641"/>
                  </a:lnTo>
                  <a:lnTo>
                    <a:pt x="3597316" y="1172641"/>
                  </a:lnTo>
                  <a:lnTo>
                    <a:pt x="3601439" y="1176765"/>
                  </a:lnTo>
                  <a:lnTo>
                    <a:pt x="3601439" y="1312863"/>
                  </a:lnTo>
                  <a:lnTo>
                    <a:pt x="3595941" y="1316987"/>
                  </a:lnTo>
                  <a:close/>
                </a:path>
                <a:path w="3601719" h="1757045">
                  <a:moveTo>
                    <a:pt x="16494" y="1123150"/>
                  </a:moveTo>
                  <a:lnTo>
                    <a:pt x="5498" y="1123150"/>
                  </a:lnTo>
                  <a:lnTo>
                    <a:pt x="0" y="1119026"/>
                  </a:lnTo>
                  <a:lnTo>
                    <a:pt x="0" y="984303"/>
                  </a:lnTo>
                  <a:lnTo>
                    <a:pt x="4123" y="978804"/>
                  </a:lnTo>
                  <a:lnTo>
                    <a:pt x="17869" y="978804"/>
                  </a:lnTo>
                  <a:lnTo>
                    <a:pt x="21993" y="982928"/>
                  </a:lnTo>
                  <a:lnTo>
                    <a:pt x="21993" y="1112153"/>
                  </a:lnTo>
                  <a:lnTo>
                    <a:pt x="20618" y="1119026"/>
                  </a:lnTo>
                  <a:lnTo>
                    <a:pt x="16494" y="1123150"/>
                  </a:lnTo>
                  <a:close/>
                </a:path>
                <a:path w="3601719" h="1757045">
                  <a:moveTo>
                    <a:pt x="3595941" y="1072286"/>
                  </a:moveTo>
                  <a:lnTo>
                    <a:pt x="3584944" y="1072286"/>
                  </a:lnTo>
                  <a:lnTo>
                    <a:pt x="3579446" y="1068161"/>
                  </a:lnTo>
                  <a:lnTo>
                    <a:pt x="3579446" y="934813"/>
                  </a:lnTo>
                  <a:lnTo>
                    <a:pt x="3583570" y="929314"/>
                  </a:lnTo>
                  <a:lnTo>
                    <a:pt x="3597316" y="929314"/>
                  </a:lnTo>
                  <a:lnTo>
                    <a:pt x="3601439" y="933438"/>
                  </a:lnTo>
                  <a:lnTo>
                    <a:pt x="3601439" y="1068161"/>
                  </a:lnTo>
                  <a:lnTo>
                    <a:pt x="3595941" y="1072286"/>
                  </a:lnTo>
                  <a:close/>
                </a:path>
                <a:path w="3601719" h="1757045">
                  <a:moveTo>
                    <a:pt x="16494" y="878449"/>
                  </a:moveTo>
                  <a:lnTo>
                    <a:pt x="5498" y="878449"/>
                  </a:lnTo>
                  <a:lnTo>
                    <a:pt x="0" y="874325"/>
                  </a:lnTo>
                  <a:lnTo>
                    <a:pt x="0" y="739602"/>
                  </a:lnTo>
                  <a:lnTo>
                    <a:pt x="4123" y="734103"/>
                  </a:lnTo>
                  <a:lnTo>
                    <a:pt x="17869" y="734103"/>
                  </a:lnTo>
                  <a:lnTo>
                    <a:pt x="21993" y="738227"/>
                  </a:lnTo>
                  <a:lnTo>
                    <a:pt x="21993" y="867451"/>
                  </a:lnTo>
                  <a:lnTo>
                    <a:pt x="20618" y="874325"/>
                  </a:lnTo>
                  <a:lnTo>
                    <a:pt x="16494" y="878449"/>
                  </a:lnTo>
                  <a:close/>
                </a:path>
                <a:path w="3601719" h="1757045">
                  <a:moveTo>
                    <a:pt x="3595941" y="827584"/>
                  </a:moveTo>
                  <a:lnTo>
                    <a:pt x="3584944" y="827584"/>
                  </a:lnTo>
                  <a:lnTo>
                    <a:pt x="3579446" y="823460"/>
                  </a:lnTo>
                  <a:lnTo>
                    <a:pt x="3579446" y="688737"/>
                  </a:lnTo>
                  <a:lnTo>
                    <a:pt x="3583570" y="683238"/>
                  </a:lnTo>
                  <a:lnTo>
                    <a:pt x="3597316" y="683238"/>
                  </a:lnTo>
                  <a:lnTo>
                    <a:pt x="3601439" y="687362"/>
                  </a:lnTo>
                  <a:lnTo>
                    <a:pt x="3601439" y="823460"/>
                  </a:lnTo>
                  <a:lnTo>
                    <a:pt x="3595941" y="827584"/>
                  </a:lnTo>
                  <a:close/>
                </a:path>
                <a:path w="3601719" h="1757045">
                  <a:moveTo>
                    <a:pt x="16494" y="633748"/>
                  </a:moveTo>
                  <a:lnTo>
                    <a:pt x="5498" y="633748"/>
                  </a:lnTo>
                  <a:lnTo>
                    <a:pt x="0" y="629623"/>
                  </a:lnTo>
                  <a:lnTo>
                    <a:pt x="0" y="494901"/>
                  </a:lnTo>
                  <a:lnTo>
                    <a:pt x="4123" y="489402"/>
                  </a:lnTo>
                  <a:lnTo>
                    <a:pt x="17869" y="489402"/>
                  </a:lnTo>
                  <a:lnTo>
                    <a:pt x="21993" y="493526"/>
                  </a:lnTo>
                  <a:lnTo>
                    <a:pt x="21993" y="622750"/>
                  </a:lnTo>
                  <a:lnTo>
                    <a:pt x="20618" y="629623"/>
                  </a:lnTo>
                  <a:lnTo>
                    <a:pt x="16494" y="633748"/>
                  </a:lnTo>
                  <a:close/>
                </a:path>
                <a:path w="3601719" h="1757045">
                  <a:moveTo>
                    <a:pt x="16494" y="389046"/>
                  </a:moveTo>
                  <a:lnTo>
                    <a:pt x="5498" y="389046"/>
                  </a:lnTo>
                  <a:lnTo>
                    <a:pt x="0" y="384922"/>
                  </a:lnTo>
                  <a:lnTo>
                    <a:pt x="0" y="250199"/>
                  </a:lnTo>
                  <a:lnTo>
                    <a:pt x="4123" y="244701"/>
                  </a:lnTo>
                  <a:lnTo>
                    <a:pt x="17869" y="244701"/>
                  </a:lnTo>
                  <a:lnTo>
                    <a:pt x="21993" y="248825"/>
                  </a:lnTo>
                  <a:lnTo>
                    <a:pt x="21993" y="378049"/>
                  </a:lnTo>
                  <a:lnTo>
                    <a:pt x="20618" y="384922"/>
                  </a:lnTo>
                  <a:lnTo>
                    <a:pt x="16494" y="389046"/>
                  </a:lnTo>
                  <a:close/>
                </a:path>
                <a:path w="3601719" h="1757045">
                  <a:moveTo>
                    <a:pt x="16494" y="144345"/>
                  </a:moveTo>
                  <a:lnTo>
                    <a:pt x="5498" y="144345"/>
                  </a:lnTo>
                  <a:lnTo>
                    <a:pt x="0" y="140221"/>
                  </a:lnTo>
                  <a:lnTo>
                    <a:pt x="0" y="5498"/>
                  </a:lnTo>
                  <a:lnTo>
                    <a:pt x="4123" y="0"/>
                  </a:lnTo>
                  <a:lnTo>
                    <a:pt x="17869" y="0"/>
                  </a:lnTo>
                  <a:lnTo>
                    <a:pt x="21993" y="4123"/>
                  </a:lnTo>
                  <a:lnTo>
                    <a:pt x="21993" y="133348"/>
                  </a:lnTo>
                  <a:lnTo>
                    <a:pt x="20618" y="138846"/>
                  </a:lnTo>
                  <a:lnTo>
                    <a:pt x="16494" y="1443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59934" y="6777260"/>
              <a:ext cx="3854450" cy="2256155"/>
            </a:xfrm>
            <a:custGeom>
              <a:avLst/>
              <a:gdLst/>
              <a:ahLst/>
              <a:cxnLst/>
              <a:rect l="l" t="t" r="r" b="b"/>
              <a:pathLst>
                <a:path w="3854450" h="2256154">
                  <a:moveTo>
                    <a:pt x="3248168" y="2255926"/>
                  </a:moveTo>
                  <a:lnTo>
                    <a:pt x="525095" y="2255926"/>
                  </a:lnTo>
                  <a:lnTo>
                    <a:pt x="477295" y="2253780"/>
                  </a:lnTo>
                  <a:lnTo>
                    <a:pt x="430698" y="2247466"/>
                  </a:lnTo>
                  <a:lnTo>
                    <a:pt x="385491" y="2237170"/>
                  </a:lnTo>
                  <a:lnTo>
                    <a:pt x="341857" y="2223076"/>
                  </a:lnTo>
                  <a:lnTo>
                    <a:pt x="299983" y="2205370"/>
                  </a:lnTo>
                  <a:lnTo>
                    <a:pt x="260053" y="2184237"/>
                  </a:lnTo>
                  <a:lnTo>
                    <a:pt x="222252" y="2159862"/>
                  </a:lnTo>
                  <a:lnTo>
                    <a:pt x="186767" y="2132431"/>
                  </a:lnTo>
                  <a:lnTo>
                    <a:pt x="153782" y="2102128"/>
                  </a:lnTo>
                  <a:lnTo>
                    <a:pt x="123483" y="2069140"/>
                  </a:lnTo>
                  <a:lnTo>
                    <a:pt x="96055" y="2033652"/>
                  </a:lnTo>
                  <a:lnTo>
                    <a:pt x="71682" y="1995848"/>
                  </a:lnTo>
                  <a:lnTo>
                    <a:pt x="50551" y="1955914"/>
                  </a:lnTo>
                  <a:lnTo>
                    <a:pt x="32846" y="1914036"/>
                  </a:lnTo>
                  <a:lnTo>
                    <a:pt x="18754" y="1870398"/>
                  </a:lnTo>
                  <a:lnTo>
                    <a:pt x="8458" y="1825186"/>
                  </a:lnTo>
                  <a:lnTo>
                    <a:pt x="2145" y="1778585"/>
                  </a:lnTo>
                  <a:lnTo>
                    <a:pt x="0" y="1730780"/>
                  </a:lnTo>
                  <a:lnTo>
                    <a:pt x="0" y="746476"/>
                  </a:lnTo>
                  <a:lnTo>
                    <a:pt x="2651594" y="746476"/>
                  </a:lnTo>
                  <a:lnTo>
                    <a:pt x="2693757" y="745281"/>
                  </a:lnTo>
                  <a:lnTo>
                    <a:pt x="2735945" y="741696"/>
                  </a:lnTo>
                  <a:lnTo>
                    <a:pt x="2777995" y="735725"/>
                  </a:lnTo>
                  <a:lnTo>
                    <a:pt x="2819746" y="727370"/>
                  </a:lnTo>
                  <a:lnTo>
                    <a:pt x="2861037" y="716633"/>
                  </a:lnTo>
                  <a:lnTo>
                    <a:pt x="2901706" y="703516"/>
                  </a:lnTo>
                  <a:lnTo>
                    <a:pt x="2941591" y="688022"/>
                  </a:lnTo>
                  <a:lnTo>
                    <a:pt x="2980530" y="670153"/>
                  </a:lnTo>
                  <a:lnTo>
                    <a:pt x="3018361" y="649912"/>
                  </a:lnTo>
                  <a:lnTo>
                    <a:pt x="3054924" y="627301"/>
                  </a:lnTo>
                  <a:lnTo>
                    <a:pt x="3090056" y="602323"/>
                  </a:lnTo>
                  <a:lnTo>
                    <a:pt x="3123596" y="574979"/>
                  </a:lnTo>
                  <a:lnTo>
                    <a:pt x="3155381" y="545272"/>
                  </a:lnTo>
                  <a:lnTo>
                    <a:pt x="3185251" y="513205"/>
                  </a:lnTo>
                  <a:lnTo>
                    <a:pt x="3213044" y="478780"/>
                  </a:lnTo>
                  <a:lnTo>
                    <a:pt x="3238597" y="442000"/>
                  </a:lnTo>
                  <a:lnTo>
                    <a:pt x="3261750" y="402866"/>
                  </a:lnTo>
                  <a:lnTo>
                    <a:pt x="3282340" y="361381"/>
                  </a:lnTo>
                  <a:lnTo>
                    <a:pt x="3300206" y="317548"/>
                  </a:lnTo>
                  <a:lnTo>
                    <a:pt x="3315186" y="271368"/>
                  </a:lnTo>
                  <a:lnTo>
                    <a:pt x="3327119" y="222845"/>
                  </a:lnTo>
                  <a:lnTo>
                    <a:pt x="3335842" y="171980"/>
                  </a:lnTo>
                  <a:lnTo>
                    <a:pt x="3341195" y="118777"/>
                  </a:lnTo>
                  <a:lnTo>
                    <a:pt x="3343015" y="63237"/>
                  </a:lnTo>
                  <a:lnTo>
                    <a:pt x="3342972" y="45623"/>
                  </a:lnTo>
                  <a:lnTo>
                    <a:pt x="3342672" y="30587"/>
                  </a:lnTo>
                  <a:lnTo>
                    <a:pt x="3341855" y="16067"/>
                  </a:lnTo>
                  <a:lnTo>
                    <a:pt x="3340266" y="0"/>
                  </a:lnTo>
                  <a:lnTo>
                    <a:pt x="3854365" y="81108"/>
                  </a:lnTo>
                  <a:lnTo>
                    <a:pt x="3854365" y="1649672"/>
                  </a:lnTo>
                  <a:lnTo>
                    <a:pt x="3852536" y="1697129"/>
                  </a:lnTo>
                  <a:lnTo>
                    <a:pt x="3847141" y="1743573"/>
                  </a:lnTo>
                  <a:lnTo>
                    <a:pt x="3838315" y="1788872"/>
                  </a:lnTo>
                  <a:lnTo>
                    <a:pt x="3826194" y="1832890"/>
                  </a:lnTo>
                  <a:lnTo>
                    <a:pt x="3810916" y="1875495"/>
                  </a:lnTo>
                  <a:lnTo>
                    <a:pt x="3792616" y="1916553"/>
                  </a:lnTo>
                  <a:lnTo>
                    <a:pt x="3771431" y="1955930"/>
                  </a:lnTo>
                  <a:lnTo>
                    <a:pt x="3747496" y="1993493"/>
                  </a:lnTo>
                  <a:lnTo>
                    <a:pt x="3720949" y="2029108"/>
                  </a:lnTo>
                  <a:lnTo>
                    <a:pt x="3691925" y="2062642"/>
                  </a:lnTo>
                  <a:lnTo>
                    <a:pt x="3660560" y="2093960"/>
                  </a:lnTo>
                  <a:lnTo>
                    <a:pt x="3626992" y="2122930"/>
                  </a:lnTo>
                  <a:lnTo>
                    <a:pt x="3591355" y="2149418"/>
                  </a:lnTo>
                  <a:lnTo>
                    <a:pt x="3553787" y="2173290"/>
                  </a:lnTo>
                  <a:lnTo>
                    <a:pt x="3514423" y="2194412"/>
                  </a:lnTo>
                  <a:lnTo>
                    <a:pt x="3473400" y="2212651"/>
                  </a:lnTo>
                  <a:lnTo>
                    <a:pt x="3430855" y="2227874"/>
                  </a:lnTo>
                  <a:lnTo>
                    <a:pt x="3386922" y="2239946"/>
                  </a:lnTo>
                  <a:lnTo>
                    <a:pt x="3341740" y="2248735"/>
                  </a:lnTo>
                  <a:lnTo>
                    <a:pt x="3295443" y="2254106"/>
                  </a:lnTo>
                  <a:lnTo>
                    <a:pt x="3248168" y="2255926"/>
                  </a:lnTo>
                  <a:close/>
                </a:path>
              </a:pathLst>
            </a:custGeom>
            <a:solidFill>
              <a:srgbClr val="5C9A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86397" y="7648837"/>
              <a:ext cx="83850" cy="838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471967" y="7107194"/>
              <a:ext cx="3136900" cy="563880"/>
            </a:xfrm>
            <a:custGeom>
              <a:avLst/>
              <a:gdLst/>
              <a:ahLst/>
              <a:cxnLst/>
              <a:rect l="l" t="t" r="r" b="b"/>
              <a:pathLst>
                <a:path w="3136900" h="563879">
                  <a:moveTo>
                    <a:pt x="2346563" y="563616"/>
                  </a:moveTo>
                  <a:lnTo>
                    <a:pt x="2236438" y="563616"/>
                  </a:lnTo>
                  <a:lnTo>
                    <a:pt x="2230968" y="559514"/>
                  </a:lnTo>
                  <a:lnTo>
                    <a:pt x="2230968" y="545766"/>
                  </a:lnTo>
                  <a:lnTo>
                    <a:pt x="2235091" y="541642"/>
                  </a:lnTo>
                  <a:lnTo>
                    <a:pt x="2371176" y="541642"/>
                  </a:lnTo>
                  <a:lnTo>
                    <a:pt x="2376675" y="545766"/>
                  </a:lnTo>
                  <a:lnTo>
                    <a:pt x="2376675" y="556765"/>
                  </a:lnTo>
                  <a:lnTo>
                    <a:pt x="2372551" y="562263"/>
                  </a:lnTo>
                  <a:lnTo>
                    <a:pt x="2367052" y="562263"/>
                  </a:lnTo>
                  <a:lnTo>
                    <a:pt x="2360051" y="563058"/>
                  </a:lnTo>
                  <a:lnTo>
                    <a:pt x="2353307" y="563466"/>
                  </a:lnTo>
                  <a:lnTo>
                    <a:pt x="2346563" y="563616"/>
                  </a:lnTo>
                  <a:close/>
                </a:path>
                <a:path w="3136900" h="563879">
                  <a:moveTo>
                    <a:pt x="2123750" y="563638"/>
                  </a:moveTo>
                  <a:lnTo>
                    <a:pt x="1989039" y="563638"/>
                  </a:lnTo>
                  <a:lnTo>
                    <a:pt x="1983541" y="559514"/>
                  </a:lnTo>
                  <a:lnTo>
                    <a:pt x="1983541" y="545766"/>
                  </a:lnTo>
                  <a:lnTo>
                    <a:pt x="1987665" y="541642"/>
                  </a:lnTo>
                  <a:lnTo>
                    <a:pt x="2123749" y="541642"/>
                  </a:lnTo>
                  <a:lnTo>
                    <a:pt x="2129248" y="545766"/>
                  </a:lnTo>
                  <a:lnTo>
                    <a:pt x="2129248" y="559514"/>
                  </a:lnTo>
                  <a:lnTo>
                    <a:pt x="2123750" y="563638"/>
                  </a:lnTo>
                  <a:close/>
                </a:path>
                <a:path w="3136900" h="563879">
                  <a:moveTo>
                    <a:pt x="1876322" y="563638"/>
                  </a:moveTo>
                  <a:lnTo>
                    <a:pt x="1740238" y="563638"/>
                  </a:lnTo>
                  <a:lnTo>
                    <a:pt x="1734739" y="559514"/>
                  </a:lnTo>
                  <a:lnTo>
                    <a:pt x="1734739" y="545766"/>
                  </a:lnTo>
                  <a:lnTo>
                    <a:pt x="1738863" y="541642"/>
                  </a:lnTo>
                  <a:lnTo>
                    <a:pt x="1874948" y="541642"/>
                  </a:lnTo>
                  <a:lnTo>
                    <a:pt x="1880446" y="545766"/>
                  </a:lnTo>
                  <a:lnTo>
                    <a:pt x="1880446" y="559514"/>
                  </a:lnTo>
                  <a:lnTo>
                    <a:pt x="1876322" y="563638"/>
                  </a:lnTo>
                  <a:close/>
                </a:path>
                <a:path w="3136900" h="563879">
                  <a:moveTo>
                    <a:pt x="1627521" y="563638"/>
                  </a:moveTo>
                  <a:lnTo>
                    <a:pt x="1492810" y="563638"/>
                  </a:lnTo>
                  <a:lnTo>
                    <a:pt x="1487312" y="559514"/>
                  </a:lnTo>
                  <a:lnTo>
                    <a:pt x="1487312" y="545766"/>
                  </a:lnTo>
                  <a:lnTo>
                    <a:pt x="1491436" y="541642"/>
                  </a:lnTo>
                  <a:lnTo>
                    <a:pt x="1627521" y="541642"/>
                  </a:lnTo>
                  <a:lnTo>
                    <a:pt x="1633019" y="545766"/>
                  </a:lnTo>
                  <a:lnTo>
                    <a:pt x="1633019" y="559514"/>
                  </a:lnTo>
                  <a:lnTo>
                    <a:pt x="1627521" y="563638"/>
                  </a:lnTo>
                  <a:close/>
                </a:path>
                <a:path w="3136900" h="563879">
                  <a:moveTo>
                    <a:pt x="1380093" y="563638"/>
                  </a:moveTo>
                  <a:lnTo>
                    <a:pt x="1245383" y="563638"/>
                  </a:lnTo>
                  <a:lnTo>
                    <a:pt x="1239885" y="559514"/>
                  </a:lnTo>
                  <a:lnTo>
                    <a:pt x="1239885" y="545766"/>
                  </a:lnTo>
                  <a:lnTo>
                    <a:pt x="1244009" y="541642"/>
                  </a:lnTo>
                  <a:lnTo>
                    <a:pt x="1380093" y="541642"/>
                  </a:lnTo>
                  <a:lnTo>
                    <a:pt x="1385592" y="545766"/>
                  </a:lnTo>
                  <a:lnTo>
                    <a:pt x="1385592" y="559514"/>
                  </a:lnTo>
                  <a:lnTo>
                    <a:pt x="1380093" y="563638"/>
                  </a:lnTo>
                  <a:close/>
                </a:path>
                <a:path w="3136900" h="563879">
                  <a:moveTo>
                    <a:pt x="1132666" y="563638"/>
                  </a:moveTo>
                  <a:lnTo>
                    <a:pt x="997956" y="563638"/>
                  </a:lnTo>
                  <a:lnTo>
                    <a:pt x="992457" y="559514"/>
                  </a:lnTo>
                  <a:lnTo>
                    <a:pt x="992457" y="545766"/>
                  </a:lnTo>
                  <a:lnTo>
                    <a:pt x="996581" y="541642"/>
                  </a:lnTo>
                  <a:lnTo>
                    <a:pt x="1132666" y="541642"/>
                  </a:lnTo>
                  <a:lnTo>
                    <a:pt x="1138165" y="545766"/>
                  </a:lnTo>
                  <a:lnTo>
                    <a:pt x="1138165" y="559514"/>
                  </a:lnTo>
                  <a:lnTo>
                    <a:pt x="1132666" y="563638"/>
                  </a:lnTo>
                  <a:close/>
                </a:path>
                <a:path w="3136900" h="563879">
                  <a:moveTo>
                    <a:pt x="883864" y="563638"/>
                  </a:moveTo>
                  <a:lnTo>
                    <a:pt x="749154" y="563638"/>
                  </a:lnTo>
                  <a:lnTo>
                    <a:pt x="743656" y="559514"/>
                  </a:lnTo>
                  <a:lnTo>
                    <a:pt x="743656" y="545766"/>
                  </a:lnTo>
                  <a:lnTo>
                    <a:pt x="747779" y="541642"/>
                  </a:lnTo>
                  <a:lnTo>
                    <a:pt x="883864" y="541642"/>
                  </a:lnTo>
                  <a:lnTo>
                    <a:pt x="889363" y="545766"/>
                  </a:lnTo>
                  <a:lnTo>
                    <a:pt x="889363" y="559514"/>
                  </a:lnTo>
                  <a:lnTo>
                    <a:pt x="883864" y="563638"/>
                  </a:lnTo>
                  <a:close/>
                </a:path>
                <a:path w="3136900" h="563879">
                  <a:moveTo>
                    <a:pt x="636437" y="563638"/>
                  </a:moveTo>
                  <a:lnTo>
                    <a:pt x="501727" y="563638"/>
                  </a:lnTo>
                  <a:lnTo>
                    <a:pt x="496228" y="559514"/>
                  </a:lnTo>
                  <a:lnTo>
                    <a:pt x="496228" y="545766"/>
                  </a:lnTo>
                  <a:lnTo>
                    <a:pt x="500352" y="541642"/>
                  </a:lnTo>
                  <a:lnTo>
                    <a:pt x="636437" y="541642"/>
                  </a:lnTo>
                  <a:lnTo>
                    <a:pt x="641936" y="545766"/>
                  </a:lnTo>
                  <a:lnTo>
                    <a:pt x="641936" y="559514"/>
                  </a:lnTo>
                  <a:lnTo>
                    <a:pt x="636437" y="563638"/>
                  </a:lnTo>
                  <a:close/>
                </a:path>
                <a:path w="3136900" h="563879">
                  <a:moveTo>
                    <a:pt x="389010" y="563638"/>
                  </a:moveTo>
                  <a:lnTo>
                    <a:pt x="254300" y="563638"/>
                  </a:lnTo>
                  <a:lnTo>
                    <a:pt x="248801" y="559514"/>
                  </a:lnTo>
                  <a:lnTo>
                    <a:pt x="248801" y="545766"/>
                  </a:lnTo>
                  <a:lnTo>
                    <a:pt x="252925" y="541642"/>
                  </a:lnTo>
                  <a:lnTo>
                    <a:pt x="389010" y="541642"/>
                  </a:lnTo>
                  <a:lnTo>
                    <a:pt x="394508" y="545766"/>
                  </a:lnTo>
                  <a:lnTo>
                    <a:pt x="394508" y="559514"/>
                  </a:lnTo>
                  <a:lnTo>
                    <a:pt x="389010" y="563638"/>
                  </a:lnTo>
                  <a:close/>
                </a:path>
                <a:path w="3136900" h="563879">
                  <a:moveTo>
                    <a:pt x="140208" y="563638"/>
                  </a:moveTo>
                  <a:lnTo>
                    <a:pt x="5498" y="563638"/>
                  </a:lnTo>
                  <a:lnTo>
                    <a:pt x="0" y="559514"/>
                  </a:lnTo>
                  <a:lnTo>
                    <a:pt x="0" y="545766"/>
                  </a:lnTo>
                  <a:lnTo>
                    <a:pt x="4123" y="541642"/>
                  </a:lnTo>
                  <a:lnTo>
                    <a:pt x="140208" y="541642"/>
                  </a:lnTo>
                  <a:lnTo>
                    <a:pt x="145707" y="545766"/>
                  </a:lnTo>
                  <a:lnTo>
                    <a:pt x="145707" y="559514"/>
                  </a:lnTo>
                  <a:lnTo>
                    <a:pt x="140208" y="563638"/>
                  </a:lnTo>
                  <a:close/>
                </a:path>
                <a:path w="3136900" h="563879">
                  <a:moveTo>
                    <a:pt x="2489392" y="551265"/>
                  </a:moveTo>
                  <a:lnTo>
                    <a:pt x="2483894" y="551265"/>
                  </a:lnTo>
                  <a:lnTo>
                    <a:pt x="2479770" y="547141"/>
                  </a:lnTo>
                  <a:lnTo>
                    <a:pt x="2479770" y="543017"/>
                  </a:lnTo>
                  <a:lnTo>
                    <a:pt x="2478395" y="537518"/>
                  </a:lnTo>
                  <a:lnTo>
                    <a:pt x="2482519" y="532019"/>
                  </a:lnTo>
                  <a:lnTo>
                    <a:pt x="2488017" y="530644"/>
                  </a:lnTo>
                  <a:lnTo>
                    <a:pt x="2517893" y="524952"/>
                  </a:lnTo>
                  <a:lnTo>
                    <a:pt x="2547640" y="518100"/>
                  </a:lnTo>
                  <a:lnTo>
                    <a:pt x="2577130" y="509959"/>
                  </a:lnTo>
                  <a:lnTo>
                    <a:pt x="2606233" y="500400"/>
                  </a:lnTo>
                  <a:lnTo>
                    <a:pt x="2611731" y="499025"/>
                  </a:lnTo>
                  <a:lnTo>
                    <a:pt x="2617229" y="501775"/>
                  </a:lnTo>
                  <a:lnTo>
                    <a:pt x="2619979" y="512773"/>
                  </a:lnTo>
                  <a:lnTo>
                    <a:pt x="2617315" y="518100"/>
                  </a:lnTo>
                  <a:lnTo>
                    <a:pt x="2617229" y="518271"/>
                  </a:lnTo>
                  <a:lnTo>
                    <a:pt x="2611731" y="519646"/>
                  </a:lnTo>
                  <a:lnTo>
                    <a:pt x="2581619" y="528625"/>
                  </a:lnTo>
                  <a:lnTo>
                    <a:pt x="2551249" y="536830"/>
                  </a:lnTo>
                  <a:lnTo>
                    <a:pt x="2520879" y="544005"/>
                  </a:lnTo>
                  <a:lnTo>
                    <a:pt x="2490767" y="549890"/>
                  </a:lnTo>
                  <a:lnTo>
                    <a:pt x="2489392" y="551265"/>
                  </a:lnTo>
                  <a:close/>
                </a:path>
                <a:path w="3136900" h="563879">
                  <a:moveTo>
                    <a:pt x="2727197" y="474281"/>
                  </a:moveTo>
                  <a:lnTo>
                    <a:pt x="2720324" y="474281"/>
                  </a:lnTo>
                  <a:lnTo>
                    <a:pt x="2714825" y="468782"/>
                  </a:lnTo>
                  <a:lnTo>
                    <a:pt x="2712076" y="463283"/>
                  </a:lnTo>
                  <a:lnTo>
                    <a:pt x="2714825" y="457784"/>
                  </a:lnTo>
                  <a:lnTo>
                    <a:pt x="2718949" y="455034"/>
                  </a:lnTo>
                  <a:lnTo>
                    <a:pt x="2746505" y="441115"/>
                  </a:lnTo>
                  <a:lnTo>
                    <a:pt x="2773417" y="426165"/>
                  </a:lnTo>
                  <a:lnTo>
                    <a:pt x="2799556" y="410184"/>
                  </a:lnTo>
                  <a:lnTo>
                    <a:pt x="2828916" y="390422"/>
                  </a:lnTo>
                  <a:lnTo>
                    <a:pt x="2835789" y="390422"/>
                  </a:lnTo>
                  <a:lnTo>
                    <a:pt x="2838539" y="395921"/>
                  </a:lnTo>
                  <a:lnTo>
                    <a:pt x="2841288" y="400045"/>
                  </a:lnTo>
                  <a:lnTo>
                    <a:pt x="2841288" y="406919"/>
                  </a:lnTo>
                  <a:lnTo>
                    <a:pt x="2835789" y="409669"/>
                  </a:lnTo>
                  <a:lnTo>
                    <a:pt x="2809737" y="426896"/>
                  </a:lnTo>
                  <a:lnTo>
                    <a:pt x="2783039" y="443349"/>
                  </a:lnTo>
                  <a:lnTo>
                    <a:pt x="2755569" y="458772"/>
                  </a:lnTo>
                  <a:lnTo>
                    <a:pt x="2727196" y="472906"/>
                  </a:lnTo>
                  <a:lnTo>
                    <a:pt x="2727197" y="474281"/>
                  </a:lnTo>
                  <a:close/>
                </a:path>
                <a:path w="3136900" h="563879">
                  <a:moveTo>
                    <a:pt x="2932011" y="332684"/>
                  </a:moveTo>
                  <a:lnTo>
                    <a:pt x="2923764" y="332684"/>
                  </a:lnTo>
                  <a:lnTo>
                    <a:pt x="2921015" y="331309"/>
                  </a:lnTo>
                  <a:lnTo>
                    <a:pt x="2915517" y="325810"/>
                  </a:lnTo>
                  <a:lnTo>
                    <a:pt x="2915517" y="318937"/>
                  </a:lnTo>
                  <a:lnTo>
                    <a:pt x="2919640" y="314812"/>
                  </a:lnTo>
                  <a:lnTo>
                    <a:pt x="2941591" y="293482"/>
                  </a:lnTo>
                  <a:lnTo>
                    <a:pt x="2962253" y="270993"/>
                  </a:lnTo>
                  <a:lnTo>
                    <a:pt x="2981884" y="247730"/>
                  </a:lnTo>
                  <a:lnTo>
                    <a:pt x="3000741" y="224080"/>
                  </a:lnTo>
                  <a:lnTo>
                    <a:pt x="3004865" y="219956"/>
                  </a:lnTo>
                  <a:lnTo>
                    <a:pt x="3010364" y="218581"/>
                  </a:lnTo>
                  <a:lnTo>
                    <a:pt x="3015862" y="222705"/>
                  </a:lnTo>
                  <a:lnTo>
                    <a:pt x="3019986" y="225455"/>
                  </a:lnTo>
                  <a:lnTo>
                    <a:pt x="2997949" y="262293"/>
                  </a:lnTo>
                  <a:lnTo>
                    <a:pt x="2955766" y="309163"/>
                  </a:lnTo>
                  <a:lnTo>
                    <a:pt x="2932011" y="332684"/>
                  </a:lnTo>
                  <a:close/>
                </a:path>
                <a:path w="3136900" h="563879">
                  <a:moveTo>
                    <a:pt x="3079093" y="136098"/>
                  </a:moveTo>
                  <a:lnTo>
                    <a:pt x="3072220" y="136098"/>
                  </a:lnTo>
                  <a:lnTo>
                    <a:pt x="3070846" y="134723"/>
                  </a:lnTo>
                  <a:lnTo>
                    <a:pt x="3065348" y="131973"/>
                  </a:lnTo>
                  <a:lnTo>
                    <a:pt x="3063973" y="126474"/>
                  </a:lnTo>
                  <a:lnTo>
                    <a:pt x="3066722" y="120976"/>
                  </a:lnTo>
                  <a:lnTo>
                    <a:pt x="3080425" y="93889"/>
                  </a:lnTo>
                  <a:lnTo>
                    <a:pt x="3092839" y="66158"/>
                  </a:lnTo>
                  <a:lnTo>
                    <a:pt x="3104223" y="37654"/>
                  </a:lnTo>
                  <a:lnTo>
                    <a:pt x="3114833" y="8248"/>
                  </a:lnTo>
                  <a:lnTo>
                    <a:pt x="3116208" y="2749"/>
                  </a:lnTo>
                  <a:lnTo>
                    <a:pt x="3123081" y="0"/>
                  </a:lnTo>
                  <a:lnTo>
                    <a:pt x="3134077" y="2749"/>
                  </a:lnTo>
                  <a:lnTo>
                    <a:pt x="3136827" y="9623"/>
                  </a:lnTo>
                  <a:lnTo>
                    <a:pt x="3135452" y="15122"/>
                  </a:lnTo>
                  <a:lnTo>
                    <a:pt x="3112771" y="73891"/>
                  </a:lnTo>
                  <a:lnTo>
                    <a:pt x="3085966" y="130599"/>
                  </a:lnTo>
                  <a:lnTo>
                    <a:pt x="3083217" y="134723"/>
                  </a:lnTo>
                  <a:lnTo>
                    <a:pt x="3079093" y="1360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15667" y="6927105"/>
              <a:ext cx="92098" cy="824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03986" y="6953225"/>
              <a:ext cx="83850" cy="948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286397" y="7148436"/>
              <a:ext cx="3602990" cy="1758314"/>
            </a:xfrm>
            <a:custGeom>
              <a:avLst/>
              <a:gdLst/>
              <a:ahLst/>
              <a:cxnLst/>
              <a:rect l="l" t="t" r="r" b="b"/>
              <a:pathLst>
                <a:path w="3602990" h="1758315">
                  <a:moveTo>
                    <a:pt x="3121706" y="1758274"/>
                  </a:moveTo>
                  <a:lnTo>
                    <a:pt x="3037856" y="1758274"/>
                  </a:lnTo>
                  <a:lnTo>
                    <a:pt x="3032357" y="1754150"/>
                  </a:lnTo>
                  <a:lnTo>
                    <a:pt x="3032357" y="1740403"/>
                  </a:lnTo>
                  <a:lnTo>
                    <a:pt x="3036502" y="1736257"/>
                  </a:lnTo>
                  <a:lnTo>
                    <a:pt x="3132832" y="1736257"/>
                  </a:lnTo>
                  <a:lnTo>
                    <a:pt x="3143700" y="1736107"/>
                  </a:lnTo>
                  <a:lnTo>
                    <a:pt x="3154567" y="1735699"/>
                  </a:lnTo>
                  <a:lnTo>
                    <a:pt x="3165693" y="1734904"/>
                  </a:lnTo>
                  <a:lnTo>
                    <a:pt x="3171192" y="1734904"/>
                  </a:lnTo>
                  <a:lnTo>
                    <a:pt x="3176690" y="1739028"/>
                  </a:lnTo>
                  <a:lnTo>
                    <a:pt x="3176690" y="1750026"/>
                  </a:lnTo>
                  <a:lnTo>
                    <a:pt x="3172566" y="1755525"/>
                  </a:lnTo>
                  <a:lnTo>
                    <a:pt x="3167067" y="1755525"/>
                  </a:lnTo>
                  <a:lnTo>
                    <a:pt x="3155727" y="1756534"/>
                  </a:lnTo>
                  <a:lnTo>
                    <a:pt x="3144387" y="1757415"/>
                  </a:lnTo>
                  <a:lnTo>
                    <a:pt x="3133046" y="1758038"/>
                  </a:lnTo>
                  <a:lnTo>
                    <a:pt x="3121706" y="1758274"/>
                  </a:lnTo>
                  <a:close/>
                </a:path>
                <a:path w="3602990" h="1758315">
                  <a:moveTo>
                    <a:pt x="2927888" y="1758274"/>
                  </a:moveTo>
                  <a:lnTo>
                    <a:pt x="2794552" y="1758274"/>
                  </a:lnTo>
                  <a:lnTo>
                    <a:pt x="2789054" y="1754150"/>
                  </a:lnTo>
                  <a:lnTo>
                    <a:pt x="2789054" y="1740403"/>
                  </a:lnTo>
                  <a:lnTo>
                    <a:pt x="2793178" y="1736279"/>
                  </a:lnTo>
                  <a:lnTo>
                    <a:pt x="2927888" y="1736279"/>
                  </a:lnTo>
                  <a:lnTo>
                    <a:pt x="2933386" y="1740403"/>
                  </a:lnTo>
                  <a:lnTo>
                    <a:pt x="2933386" y="1754150"/>
                  </a:lnTo>
                  <a:lnTo>
                    <a:pt x="2927888" y="1758274"/>
                  </a:lnTo>
                  <a:close/>
                </a:path>
                <a:path w="3602990" h="1758315">
                  <a:moveTo>
                    <a:pt x="2683210" y="1758274"/>
                  </a:moveTo>
                  <a:lnTo>
                    <a:pt x="2549874" y="1758274"/>
                  </a:lnTo>
                  <a:lnTo>
                    <a:pt x="2544376" y="1754150"/>
                  </a:lnTo>
                  <a:lnTo>
                    <a:pt x="2544376" y="1740403"/>
                  </a:lnTo>
                  <a:lnTo>
                    <a:pt x="2548499" y="1736279"/>
                  </a:lnTo>
                  <a:lnTo>
                    <a:pt x="2683210" y="1736279"/>
                  </a:lnTo>
                  <a:lnTo>
                    <a:pt x="2688708" y="1740403"/>
                  </a:lnTo>
                  <a:lnTo>
                    <a:pt x="2688708" y="1754150"/>
                  </a:lnTo>
                  <a:lnTo>
                    <a:pt x="2683210" y="1758274"/>
                  </a:lnTo>
                  <a:close/>
                </a:path>
                <a:path w="3602990" h="1758315">
                  <a:moveTo>
                    <a:pt x="2438532" y="1758274"/>
                  </a:moveTo>
                  <a:lnTo>
                    <a:pt x="2303822" y="1758274"/>
                  </a:lnTo>
                  <a:lnTo>
                    <a:pt x="2298323" y="1754150"/>
                  </a:lnTo>
                  <a:lnTo>
                    <a:pt x="2298323" y="1740403"/>
                  </a:lnTo>
                  <a:lnTo>
                    <a:pt x="2302447" y="1736279"/>
                  </a:lnTo>
                  <a:lnTo>
                    <a:pt x="2437157" y="1736279"/>
                  </a:lnTo>
                  <a:lnTo>
                    <a:pt x="2442656" y="1740403"/>
                  </a:lnTo>
                  <a:lnTo>
                    <a:pt x="2442656" y="1754150"/>
                  </a:lnTo>
                  <a:lnTo>
                    <a:pt x="2438532" y="1758274"/>
                  </a:lnTo>
                  <a:close/>
                </a:path>
                <a:path w="3602990" h="1758315">
                  <a:moveTo>
                    <a:pt x="2192479" y="1758274"/>
                  </a:moveTo>
                  <a:lnTo>
                    <a:pt x="2059144" y="1758274"/>
                  </a:lnTo>
                  <a:lnTo>
                    <a:pt x="2053645" y="1754150"/>
                  </a:lnTo>
                  <a:lnTo>
                    <a:pt x="2053645" y="1740403"/>
                  </a:lnTo>
                  <a:lnTo>
                    <a:pt x="2057769" y="1736279"/>
                  </a:lnTo>
                  <a:lnTo>
                    <a:pt x="2192479" y="1736279"/>
                  </a:lnTo>
                  <a:lnTo>
                    <a:pt x="2197978" y="1740403"/>
                  </a:lnTo>
                  <a:lnTo>
                    <a:pt x="2197978" y="1754150"/>
                  </a:lnTo>
                  <a:lnTo>
                    <a:pt x="2192479" y="1758274"/>
                  </a:lnTo>
                  <a:close/>
                </a:path>
                <a:path w="3602990" h="1758315">
                  <a:moveTo>
                    <a:pt x="1947801" y="1758274"/>
                  </a:moveTo>
                  <a:lnTo>
                    <a:pt x="1814466" y="1758274"/>
                  </a:lnTo>
                  <a:lnTo>
                    <a:pt x="1808967" y="1754150"/>
                  </a:lnTo>
                  <a:lnTo>
                    <a:pt x="1808967" y="1740403"/>
                  </a:lnTo>
                  <a:lnTo>
                    <a:pt x="1813091" y="1736279"/>
                  </a:lnTo>
                  <a:lnTo>
                    <a:pt x="1947801" y="1736279"/>
                  </a:lnTo>
                  <a:lnTo>
                    <a:pt x="1953300" y="1740403"/>
                  </a:lnTo>
                  <a:lnTo>
                    <a:pt x="1953300" y="1754150"/>
                  </a:lnTo>
                  <a:lnTo>
                    <a:pt x="1947801" y="1758274"/>
                  </a:lnTo>
                  <a:close/>
                </a:path>
                <a:path w="3602990" h="1758315">
                  <a:moveTo>
                    <a:pt x="1703123" y="1758274"/>
                  </a:moveTo>
                  <a:lnTo>
                    <a:pt x="1569788" y="1758274"/>
                  </a:lnTo>
                  <a:lnTo>
                    <a:pt x="1564289" y="1754150"/>
                  </a:lnTo>
                  <a:lnTo>
                    <a:pt x="1564289" y="1740403"/>
                  </a:lnTo>
                  <a:lnTo>
                    <a:pt x="1568413" y="1736279"/>
                  </a:lnTo>
                  <a:lnTo>
                    <a:pt x="1703123" y="1736279"/>
                  </a:lnTo>
                  <a:lnTo>
                    <a:pt x="1708622" y="1740403"/>
                  </a:lnTo>
                  <a:lnTo>
                    <a:pt x="1708622" y="1754150"/>
                  </a:lnTo>
                  <a:lnTo>
                    <a:pt x="1703123" y="1758274"/>
                  </a:lnTo>
                  <a:close/>
                </a:path>
                <a:path w="3602990" h="1758315">
                  <a:moveTo>
                    <a:pt x="1458445" y="1758274"/>
                  </a:moveTo>
                  <a:lnTo>
                    <a:pt x="1325110" y="1758274"/>
                  </a:lnTo>
                  <a:lnTo>
                    <a:pt x="1319611" y="1754150"/>
                  </a:lnTo>
                  <a:lnTo>
                    <a:pt x="1319611" y="1740403"/>
                  </a:lnTo>
                  <a:lnTo>
                    <a:pt x="1323735" y="1736279"/>
                  </a:lnTo>
                  <a:lnTo>
                    <a:pt x="1458445" y="1736279"/>
                  </a:lnTo>
                  <a:lnTo>
                    <a:pt x="1463944" y="1740403"/>
                  </a:lnTo>
                  <a:lnTo>
                    <a:pt x="1463944" y="1754150"/>
                  </a:lnTo>
                  <a:lnTo>
                    <a:pt x="1458445" y="1758274"/>
                  </a:lnTo>
                  <a:close/>
                </a:path>
                <a:path w="3602990" h="1758315">
                  <a:moveTo>
                    <a:pt x="1213767" y="1758274"/>
                  </a:moveTo>
                  <a:lnTo>
                    <a:pt x="1080432" y="1758274"/>
                  </a:lnTo>
                  <a:lnTo>
                    <a:pt x="1074933" y="1754150"/>
                  </a:lnTo>
                  <a:lnTo>
                    <a:pt x="1074933" y="1740403"/>
                  </a:lnTo>
                  <a:lnTo>
                    <a:pt x="1079057" y="1736279"/>
                  </a:lnTo>
                  <a:lnTo>
                    <a:pt x="1213767" y="1736279"/>
                  </a:lnTo>
                  <a:lnTo>
                    <a:pt x="1219266" y="1740403"/>
                  </a:lnTo>
                  <a:lnTo>
                    <a:pt x="1219266" y="1754150"/>
                  </a:lnTo>
                  <a:lnTo>
                    <a:pt x="1213767" y="1758274"/>
                  </a:lnTo>
                  <a:close/>
                </a:path>
                <a:path w="3602990" h="1758315">
                  <a:moveTo>
                    <a:pt x="969089" y="1758274"/>
                  </a:moveTo>
                  <a:lnTo>
                    <a:pt x="835754" y="1758274"/>
                  </a:lnTo>
                  <a:lnTo>
                    <a:pt x="830255" y="1754150"/>
                  </a:lnTo>
                  <a:lnTo>
                    <a:pt x="830255" y="1740403"/>
                  </a:lnTo>
                  <a:lnTo>
                    <a:pt x="834379" y="1736279"/>
                  </a:lnTo>
                  <a:lnTo>
                    <a:pt x="969089" y="1736279"/>
                  </a:lnTo>
                  <a:lnTo>
                    <a:pt x="974588" y="1740403"/>
                  </a:lnTo>
                  <a:lnTo>
                    <a:pt x="974588" y="1754150"/>
                  </a:lnTo>
                  <a:lnTo>
                    <a:pt x="969089" y="1758274"/>
                  </a:lnTo>
                  <a:close/>
                </a:path>
                <a:path w="3602990" h="1758315">
                  <a:moveTo>
                    <a:pt x="724411" y="1758274"/>
                  </a:moveTo>
                  <a:lnTo>
                    <a:pt x="591075" y="1758274"/>
                  </a:lnTo>
                  <a:lnTo>
                    <a:pt x="585577" y="1754150"/>
                  </a:lnTo>
                  <a:lnTo>
                    <a:pt x="585577" y="1740403"/>
                  </a:lnTo>
                  <a:lnTo>
                    <a:pt x="589701" y="1736279"/>
                  </a:lnTo>
                  <a:lnTo>
                    <a:pt x="724411" y="1736279"/>
                  </a:lnTo>
                  <a:lnTo>
                    <a:pt x="729910" y="1740403"/>
                  </a:lnTo>
                  <a:lnTo>
                    <a:pt x="729910" y="1754150"/>
                  </a:lnTo>
                  <a:lnTo>
                    <a:pt x="724411" y="1758274"/>
                  </a:lnTo>
                  <a:close/>
                </a:path>
                <a:path w="3602990" h="1758315">
                  <a:moveTo>
                    <a:pt x="479733" y="1758274"/>
                  </a:moveTo>
                  <a:lnTo>
                    <a:pt x="400007" y="1758274"/>
                  </a:lnTo>
                  <a:lnTo>
                    <a:pt x="387635" y="1758038"/>
                  </a:lnTo>
                  <a:lnTo>
                    <a:pt x="345023" y="1754150"/>
                  </a:lnTo>
                  <a:lnTo>
                    <a:pt x="340899" y="1750026"/>
                  </a:lnTo>
                  <a:lnTo>
                    <a:pt x="340899" y="1739028"/>
                  </a:lnTo>
                  <a:lnTo>
                    <a:pt x="346398" y="1734903"/>
                  </a:lnTo>
                  <a:lnTo>
                    <a:pt x="351896" y="1734903"/>
                  </a:lnTo>
                  <a:lnTo>
                    <a:pt x="363451" y="1735913"/>
                  </a:lnTo>
                  <a:lnTo>
                    <a:pt x="375264" y="1736794"/>
                  </a:lnTo>
                  <a:lnTo>
                    <a:pt x="387077" y="1737417"/>
                  </a:lnTo>
                  <a:lnTo>
                    <a:pt x="398632" y="1737653"/>
                  </a:lnTo>
                  <a:lnTo>
                    <a:pt x="478359" y="1737653"/>
                  </a:lnTo>
                  <a:lnTo>
                    <a:pt x="483857" y="1741777"/>
                  </a:lnTo>
                  <a:lnTo>
                    <a:pt x="483857" y="1755524"/>
                  </a:lnTo>
                  <a:lnTo>
                    <a:pt x="479733" y="1758274"/>
                  </a:lnTo>
                  <a:close/>
                </a:path>
                <a:path w="3602990" h="1758315">
                  <a:moveTo>
                    <a:pt x="3288032" y="1728030"/>
                  </a:moveTo>
                  <a:lnTo>
                    <a:pt x="3281159" y="1728030"/>
                  </a:lnTo>
                  <a:lnTo>
                    <a:pt x="3277035" y="1725281"/>
                  </a:lnTo>
                  <a:lnTo>
                    <a:pt x="3275660" y="1721157"/>
                  </a:lnTo>
                  <a:lnTo>
                    <a:pt x="3274286" y="1715658"/>
                  </a:lnTo>
                  <a:lnTo>
                    <a:pt x="3277035" y="1710159"/>
                  </a:lnTo>
                  <a:lnTo>
                    <a:pt x="3281159" y="1707409"/>
                  </a:lnTo>
                  <a:lnTo>
                    <a:pt x="3308715" y="1696089"/>
                  </a:lnTo>
                  <a:lnTo>
                    <a:pt x="3335627" y="1682836"/>
                  </a:lnTo>
                  <a:lnTo>
                    <a:pt x="3361766" y="1667779"/>
                  </a:lnTo>
                  <a:lnTo>
                    <a:pt x="3391126" y="1648296"/>
                  </a:lnTo>
                  <a:lnTo>
                    <a:pt x="3397999" y="1648296"/>
                  </a:lnTo>
                  <a:lnTo>
                    <a:pt x="3400749" y="1653795"/>
                  </a:lnTo>
                  <a:lnTo>
                    <a:pt x="3403498" y="1657919"/>
                  </a:lnTo>
                  <a:lnTo>
                    <a:pt x="3403498" y="1664793"/>
                  </a:lnTo>
                  <a:lnTo>
                    <a:pt x="3397999" y="1667542"/>
                  </a:lnTo>
                  <a:lnTo>
                    <a:pt x="3371732" y="1685092"/>
                  </a:lnTo>
                  <a:lnTo>
                    <a:pt x="3344562" y="1700708"/>
                  </a:lnTo>
                  <a:lnTo>
                    <a:pt x="3316619" y="1714519"/>
                  </a:lnTo>
                  <a:lnTo>
                    <a:pt x="3288032" y="1726656"/>
                  </a:lnTo>
                  <a:lnTo>
                    <a:pt x="3288032" y="1728030"/>
                  </a:lnTo>
                  <a:close/>
                </a:path>
                <a:path w="3602990" h="1758315">
                  <a:moveTo>
                    <a:pt x="237805" y="1721157"/>
                  </a:moveTo>
                  <a:lnTo>
                    <a:pt x="230932" y="1721157"/>
                  </a:lnTo>
                  <a:lnTo>
                    <a:pt x="229557" y="1719782"/>
                  </a:lnTo>
                  <a:lnTo>
                    <a:pt x="201464" y="1705347"/>
                  </a:lnTo>
                  <a:lnTo>
                    <a:pt x="174917" y="1688851"/>
                  </a:lnTo>
                  <a:lnTo>
                    <a:pt x="149916" y="1670292"/>
                  </a:lnTo>
                  <a:lnTo>
                    <a:pt x="126462" y="1649671"/>
                  </a:lnTo>
                  <a:lnTo>
                    <a:pt x="122338" y="1645547"/>
                  </a:lnTo>
                  <a:lnTo>
                    <a:pt x="122338" y="1638673"/>
                  </a:lnTo>
                  <a:lnTo>
                    <a:pt x="130586" y="1630425"/>
                  </a:lnTo>
                  <a:lnTo>
                    <a:pt x="137459" y="1630425"/>
                  </a:lnTo>
                  <a:lnTo>
                    <a:pt x="141583" y="1634549"/>
                  </a:lnTo>
                  <a:lnTo>
                    <a:pt x="163984" y="1654160"/>
                  </a:lnTo>
                  <a:lnTo>
                    <a:pt x="187804" y="1671838"/>
                  </a:lnTo>
                  <a:lnTo>
                    <a:pt x="212911" y="1687712"/>
                  </a:lnTo>
                  <a:lnTo>
                    <a:pt x="239179" y="1701910"/>
                  </a:lnTo>
                  <a:lnTo>
                    <a:pt x="244677" y="1704660"/>
                  </a:lnTo>
                  <a:lnTo>
                    <a:pt x="246052" y="1710159"/>
                  </a:lnTo>
                  <a:lnTo>
                    <a:pt x="244677" y="1715657"/>
                  </a:lnTo>
                  <a:lnTo>
                    <a:pt x="241928" y="1719782"/>
                  </a:lnTo>
                  <a:lnTo>
                    <a:pt x="237805" y="1721157"/>
                  </a:lnTo>
                  <a:close/>
                </a:path>
                <a:path w="3602990" h="1758315">
                  <a:moveTo>
                    <a:pt x="3485974" y="1587808"/>
                  </a:moveTo>
                  <a:lnTo>
                    <a:pt x="3480475" y="1587808"/>
                  </a:lnTo>
                  <a:lnTo>
                    <a:pt x="3479101" y="1586433"/>
                  </a:lnTo>
                  <a:lnTo>
                    <a:pt x="3476351" y="1585058"/>
                  </a:lnTo>
                  <a:lnTo>
                    <a:pt x="3472228" y="1580934"/>
                  </a:lnTo>
                  <a:lnTo>
                    <a:pt x="3470853" y="1575435"/>
                  </a:lnTo>
                  <a:lnTo>
                    <a:pt x="3474977" y="1569936"/>
                  </a:lnTo>
                  <a:lnTo>
                    <a:pt x="3493555" y="1546523"/>
                  </a:lnTo>
                  <a:lnTo>
                    <a:pt x="3510201" y="1521821"/>
                  </a:lnTo>
                  <a:lnTo>
                    <a:pt x="3525042" y="1496088"/>
                  </a:lnTo>
                  <a:lnTo>
                    <a:pt x="3538208" y="1469581"/>
                  </a:lnTo>
                  <a:lnTo>
                    <a:pt x="3540958" y="1464083"/>
                  </a:lnTo>
                  <a:lnTo>
                    <a:pt x="3546456" y="1462708"/>
                  </a:lnTo>
                  <a:lnTo>
                    <a:pt x="3551954" y="1464083"/>
                  </a:lnTo>
                  <a:lnTo>
                    <a:pt x="3557452" y="1466832"/>
                  </a:lnTo>
                  <a:lnTo>
                    <a:pt x="3558827" y="1472331"/>
                  </a:lnTo>
                  <a:lnTo>
                    <a:pt x="3557452" y="1477830"/>
                  </a:lnTo>
                  <a:lnTo>
                    <a:pt x="3527555" y="1532819"/>
                  </a:lnTo>
                  <a:lnTo>
                    <a:pt x="3491472" y="1583684"/>
                  </a:lnTo>
                  <a:lnTo>
                    <a:pt x="3488723" y="1586433"/>
                  </a:lnTo>
                  <a:lnTo>
                    <a:pt x="3485974" y="1587808"/>
                  </a:lnTo>
                  <a:close/>
                </a:path>
                <a:path w="3602990" h="1758315">
                  <a:moveTo>
                    <a:pt x="61856" y="1556189"/>
                  </a:moveTo>
                  <a:lnTo>
                    <a:pt x="54983" y="1556189"/>
                  </a:lnTo>
                  <a:lnTo>
                    <a:pt x="52234" y="1554815"/>
                  </a:lnTo>
                  <a:lnTo>
                    <a:pt x="23540" y="1493124"/>
                  </a:lnTo>
                  <a:lnTo>
                    <a:pt x="6873" y="1432464"/>
                  </a:lnTo>
                  <a:lnTo>
                    <a:pt x="5498" y="1426965"/>
                  </a:lnTo>
                  <a:lnTo>
                    <a:pt x="9622" y="1421466"/>
                  </a:lnTo>
                  <a:lnTo>
                    <a:pt x="20619" y="1418717"/>
                  </a:lnTo>
                  <a:lnTo>
                    <a:pt x="26117" y="1422841"/>
                  </a:lnTo>
                  <a:lnTo>
                    <a:pt x="27492" y="1428340"/>
                  </a:lnTo>
                  <a:lnTo>
                    <a:pt x="33913" y="1457145"/>
                  </a:lnTo>
                  <a:lnTo>
                    <a:pt x="42784" y="1485563"/>
                  </a:lnTo>
                  <a:lnTo>
                    <a:pt x="53974" y="1513208"/>
                  </a:lnTo>
                  <a:lnTo>
                    <a:pt x="67355" y="1539693"/>
                  </a:lnTo>
                  <a:lnTo>
                    <a:pt x="70104" y="1545192"/>
                  </a:lnTo>
                  <a:lnTo>
                    <a:pt x="68729" y="1550691"/>
                  </a:lnTo>
                  <a:lnTo>
                    <a:pt x="63231" y="1553440"/>
                  </a:lnTo>
                  <a:lnTo>
                    <a:pt x="61856" y="1556189"/>
                  </a:lnTo>
                  <a:close/>
                </a:path>
                <a:path w="3602990" h="1758315">
                  <a:moveTo>
                    <a:pt x="3589068" y="1367852"/>
                  </a:moveTo>
                  <a:lnTo>
                    <a:pt x="3582195" y="1367852"/>
                  </a:lnTo>
                  <a:lnTo>
                    <a:pt x="3576697" y="1366477"/>
                  </a:lnTo>
                  <a:lnTo>
                    <a:pt x="3572573" y="1360978"/>
                  </a:lnTo>
                  <a:lnTo>
                    <a:pt x="3573947" y="1355479"/>
                  </a:lnTo>
                  <a:lnTo>
                    <a:pt x="3576761" y="1336684"/>
                  </a:lnTo>
                  <a:lnTo>
                    <a:pt x="3578930" y="1317503"/>
                  </a:lnTo>
                  <a:lnTo>
                    <a:pt x="3580266" y="1298901"/>
                  </a:lnTo>
                  <a:lnTo>
                    <a:pt x="3580326" y="1298063"/>
                  </a:lnTo>
                  <a:lnTo>
                    <a:pt x="3580820" y="1278495"/>
                  </a:lnTo>
                  <a:lnTo>
                    <a:pt x="3580820" y="1230379"/>
                  </a:lnTo>
                  <a:lnTo>
                    <a:pt x="3584944" y="1224880"/>
                  </a:lnTo>
                  <a:lnTo>
                    <a:pt x="3598690" y="1224880"/>
                  </a:lnTo>
                  <a:lnTo>
                    <a:pt x="3602814" y="1229004"/>
                  </a:lnTo>
                  <a:lnTo>
                    <a:pt x="3602814" y="1278495"/>
                  </a:lnTo>
                  <a:lnTo>
                    <a:pt x="3602340" y="1298063"/>
                  </a:lnTo>
                  <a:lnTo>
                    <a:pt x="3602319" y="1298901"/>
                  </a:lnTo>
                  <a:lnTo>
                    <a:pt x="3601031" y="1317503"/>
                  </a:lnTo>
                  <a:lnTo>
                    <a:pt x="3600923" y="1319049"/>
                  </a:lnTo>
                  <a:lnTo>
                    <a:pt x="3598754" y="1339197"/>
                  </a:lnTo>
                  <a:lnTo>
                    <a:pt x="3595941" y="1359603"/>
                  </a:lnTo>
                  <a:lnTo>
                    <a:pt x="3593192" y="1365102"/>
                  </a:lnTo>
                  <a:lnTo>
                    <a:pt x="3589068" y="1367852"/>
                  </a:lnTo>
                  <a:close/>
                </a:path>
                <a:path w="3602990" h="1758315">
                  <a:moveTo>
                    <a:pt x="16495" y="1319736"/>
                  </a:moveTo>
                  <a:lnTo>
                    <a:pt x="5498" y="1319736"/>
                  </a:lnTo>
                  <a:lnTo>
                    <a:pt x="0" y="1315612"/>
                  </a:lnTo>
                  <a:lnTo>
                    <a:pt x="0" y="1180889"/>
                  </a:lnTo>
                  <a:lnTo>
                    <a:pt x="4123" y="1175391"/>
                  </a:lnTo>
                  <a:lnTo>
                    <a:pt x="17869" y="1175391"/>
                  </a:lnTo>
                  <a:lnTo>
                    <a:pt x="21993" y="1179515"/>
                  </a:lnTo>
                  <a:lnTo>
                    <a:pt x="21993" y="1308739"/>
                  </a:lnTo>
                  <a:lnTo>
                    <a:pt x="20618" y="1315612"/>
                  </a:lnTo>
                  <a:lnTo>
                    <a:pt x="16495" y="1319736"/>
                  </a:lnTo>
                  <a:close/>
                </a:path>
                <a:path w="3602990" h="1758315">
                  <a:moveTo>
                    <a:pt x="3595941" y="1124525"/>
                  </a:moveTo>
                  <a:lnTo>
                    <a:pt x="3584944" y="1124525"/>
                  </a:lnTo>
                  <a:lnTo>
                    <a:pt x="3579446" y="1120401"/>
                  </a:lnTo>
                  <a:lnTo>
                    <a:pt x="3579446" y="985678"/>
                  </a:lnTo>
                  <a:lnTo>
                    <a:pt x="3583570" y="980179"/>
                  </a:lnTo>
                  <a:lnTo>
                    <a:pt x="3597316" y="980179"/>
                  </a:lnTo>
                  <a:lnTo>
                    <a:pt x="3601439" y="984303"/>
                  </a:lnTo>
                  <a:lnTo>
                    <a:pt x="3601440" y="1119026"/>
                  </a:lnTo>
                  <a:lnTo>
                    <a:pt x="3595941" y="1124525"/>
                  </a:lnTo>
                  <a:close/>
                </a:path>
                <a:path w="3602990" h="1758315">
                  <a:moveTo>
                    <a:pt x="16495" y="1075035"/>
                  </a:moveTo>
                  <a:lnTo>
                    <a:pt x="5498" y="1075035"/>
                  </a:lnTo>
                  <a:lnTo>
                    <a:pt x="0" y="1070911"/>
                  </a:lnTo>
                  <a:lnTo>
                    <a:pt x="0" y="936188"/>
                  </a:lnTo>
                  <a:lnTo>
                    <a:pt x="4123" y="930689"/>
                  </a:lnTo>
                  <a:lnTo>
                    <a:pt x="17869" y="930689"/>
                  </a:lnTo>
                  <a:lnTo>
                    <a:pt x="21993" y="934813"/>
                  </a:lnTo>
                  <a:lnTo>
                    <a:pt x="21993" y="1064037"/>
                  </a:lnTo>
                  <a:lnTo>
                    <a:pt x="20618" y="1070911"/>
                  </a:lnTo>
                  <a:lnTo>
                    <a:pt x="16495" y="1075035"/>
                  </a:lnTo>
                  <a:close/>
                </a:path>
                <a:path w="3602990" h="1758315">
                  <a:moveTo>
                    <a:pt x="3595941" y="879824"/>
                  </a:moveTo>
                  <a:lnTo>
                    <a:pt x="3584944" y="879824"/>
                  </a:lnTo>
                  <a:lnTo>
                    <a:pt x="3579446" y="875700"/>
                  </a:lnTo>
                  <a:lnTo>
                    <a:pt x="3579446" y="740977"/>
                  </a:lnTo>
                  <a:lnTo>
                    <a:pt x="3583570" y="735478"/>
                  </a:lnTo>
                  <a:lnTo>
                    <a:pt x="3597316" y="735478"/>
                  </a:lnTo>
                  <a:lnTo>
                    <a:pt x="3601439" y="739602"/>
                  </a:lnTo>
                  <a:lnTo>
                    <a:pt x="3601440" y="874325"/>
                  </a:lnTo>
                  <a:lnTo>
                    <a:pt x="3595941" y="879824"/>
                  </a:lnTo>
                  <a:close/>
                </a:path>
                <a:path w="3602990" h="1758315">
                  <a:moveTo>
                    <a:pt x="16495" y="830334"/>
                  </a:moveTo>
                  <a:lnTo>
                    <a:pt x="5498" y="830334"/>
                  </a:lnTo>
                  <a:lnTo>
                    <a:pt x="0" y="826210"/>
                  </a:lnTo>
                  <a:lnTo>
                    <a:pt x="0" y="691487"/>
                  </a:lnTo>
                  <a:lnTo>
                    <a:pt x="4123" y="685988"/>
                  </a:lnTo>
                  <a:lnTo>
                    <a:pt x="17869" y="685988"/>
                  </a:lnTo>
                  <a:lnTo>
                    <a:pt x="21993" y="690112"/>
                  </a:lnTo>
                  <a:lnTo>
                    <a:pt x="21993" y="819336"/>
                  </a:lnTo>
                  <a:lnTo>
                    <a:pt x="20618" y="824835"/>
                  </a:lnTo>
                  <a:lnTo>
                    <a:pt x="16495" y="830334"/>
                  </a:lnTo>
                  <a:close/>
                </a:path>
                <a:path w="3602990" h="1758315">
                  <a:moveTo>
                    <a:pt x="3595941" y="633748"/>
                  </a:moveTo>
                  <a:lnTo>
                    <a:pt x="3584944" y="633748"/>
                  </a:lnTo>
                  <a:lnTo>
                    <a:pt x="3579446" y="629624"/>
                  </a:lnTo>
                  <a:lnTo>
                    <a:pt x="3579446" y="496275"/>
                  </a:lnTo>
                  <a:lnTo>
                    <a:pt x="3583570" y="490777"/>
                  </a:lnTo>
                  <a:lnTo>
                    <a:pt x="3597316" y="490777"/>
                  </a:lnTo>
                  <a:lnTo>
                    <a:pt x="3601439" y="494901"/>
                  </a:lnTo>
                  <a:lnTo>
                    <a:pt x="3601440" y="629624"/>
                  </a:lnTo>
                  <a:lnTo>
                    <a:pt x="3595941" y="633748"/>
                  </a:lnTo>
                  <a:close/>
                </a:path>
                <a:path w="3602990" h="1758315">
                  <a:moveTo>
                    <a:pt x="3595941" y="389047"/>
                  </a:moveTo>
                  <a:lnTo>
                    <a:pt x="3584944" y="389047"/>
                  </a:lnTo>
                  <a:lnTo>
                    <a:pt x="3579446" y="384922"/>
                  </a:lnTo>
                  <a:lnTo>
                    <a:pt x="3579446" y="250199"/>
                  </a:lnTo>
                  <a:lnTo>
                    <a:pt x="3583570" y="244701"/>
                  </a:lnTo>
                  <a:lnTo>
                    <a:pt x="3597316" y="244701"/>
                  </a:lnTo>
                  <a:lnTo>
                    <a:pt x="3601439" y="248825"/>
                  </a:lnTo>
                  <a:lnTo>
                    <a:pt x="3601440" y="384922"/>
                  </a:lnTo>
                  <a:lnTo>
                    <a:pt x="3595941" y="389047"/>
                  </a:lnTo>
                  <a:close/>
                </a:path>
                <a:path w="3602990" h="1758315">
                  <a:moveTo>
                    <a:pt x="3595941" y="144345"/>
                  </a:moveTo>
                  <a:lnTo>
                    <a:pt x="3584944" y="144345"/>
                  </a:lnTo>
                  <a:lnTo>
                    <a:pt x="3579446" y="140221"/>
                  </a:lnTo>
                  <a:lnTo>
                    <a:pt x="3579446" y="5498"/>
                  </a:lnTo>
                  <a:lnTo>
                    <a:pt x="3583570" y="0"/>
                  </a:lnTo>
                  <a:lnTo>
                    <a:pt x="3597316" y="0"/>
                  </a:lnTo>
                  <a:lnTo>
                    <a:pt x="3601439" y="4124"/>
                  </a:lnTo>
                  <a:lnTo>
                    <a:pt x="3601440" y="140221"/>
                  </a:lnTo>
                  <a:lnTo>
                    <a:pt x="3595941" y="1443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59934" y="3594768"/>
              <a:ext cx="3854450" cy="2257425"/>
            </a:xfrm>
            <a:custGeom>
              <a:avLst/>
              <a:gdLst/>
              <a:ahLst/>
              <a:cxnLst/>
              <a:rect l="l" t="t" r="r" b="b"/>
              <a:pathLst>
                <a:path w="3854450" h="2257425">
                  <a:moveTo>
                    <a:pt x="3340266" y="2257300"/>
                  </a:moveTo>
                  <a:lnTo>
                    <a:pt x="3341855" y="2241040"/>
                  </a:lnTo>
                  <a:lnTo>
                    <a:pt x="3342672" y="2226197"/>
                  </a:lnTo>
                  <a:lnTo>
                    <a:pt x="3342972" y="2211097"/>
                  </a:lnTo>
                  <a:lnTo>
                    <a:pt x="3343015" y="2194063"/>
                  </a:lnTo>
                  <a:lnTo>
                    <a:pt x="3341188" y="2138365"/>
                  </a:lnTo>
                  <a:lnTo>
                    <a:pt x="3335816" y="2085031"/>
                  </a:lnTo>
                  <a:lnTo>
                    <a:pt x="3327062" y="2034060"/>
                  </a:lnTo>
                  <a:lnTo>
                    <a:pt x="3315091" y="1985454"/>
                  </a:lnTo>
                  <a:lnTo>
                    <a:pt x="3300064" y="1939214"/>
                  </a:lnTo>
                  <a:lnTo>
                    <a:pt x="3282146" y="1895339"/>
                  </a:lnTo>
                  <a:lnTo>
                    <a:pt x="3261501" y="1853831"/>
                  </a:lnTo>
                  <a:lnTo>
                    <a:pt x="3238291" y="1814689"/>
                  </a:lnTo>
                  <a:lnTo>
                    <a:pt x="3212681" y="1777915"/>
                  </a:lnTo>
                  <a:lnTo>
                    <a:pt x="3184833" y="1743510"/>
                  </a:lnTo>
                  <a:lnTo>
                    <a:pt x="3154912" y="1711473"/>
                  </a:lnTo>
                  <a:lnTo>
                    <a:pt x="3123080" y="1681805"/>
                  </a:lnTo>
                  <a:lnTo>
                    <a:pt x="3089501" y="1654508"/>
                  </a:lnTo>
                  <a:lnTo>
                    <a:pt x="3054339" y="1629581"/>
                  </a:lnTo>
                  <a:lnTo>
                    <a:pt x="3017757" y="1607025"/>
                  </a:lnTo>
                  <a:lnTo>
                    <a:pt x="2979918" y="1586841"/>
                  </a:lnTo>
                  <a:lnTo>
                    <a:pt x="2940987" y="1569029"/>
                  </a:lnTo>
                  <a:lnTo>
                    <a:pt x="2901126" y="1553591"/>
                  </a:lnTo>
                  <a:lnTo>
                    <a:pt x="2860499" y="1540526"/>
                  </a:lnTo>
                  <a:lnTo>
                    <a:pt x="2819269" y="1529834"/>
                  </a:lnTo>
                  <a:lnTo>
                    <a:pt x="2777600" y="1521518"/>
                  </a:lnTo>
                  <a:lnTo>
                    <a:pt x="2735656" y="1515577"/>
                  </a:lnTo>
                  <a:lnTo>
                    <a:pt x="2693599" y="1512012"/>
                  </a:lnTo>
                  <a:lnTo>
                    <a:pt x="2651594" y="1510824"/>
                  </a:lnTo>
                  <a:lnTo>
                    <a:pt x="0" y="1510824"/>
                  </a:lnTo>
                  <a:lnTo>
                    <a:pt x="0" y="523770"/>
                  </a:lnTo>
                  <a:lnTo>
                    <a:pt x="2145" y="475978"/>
                  </a:lnTo>
                  <a:lnTo>
                    <a:pt x="8456" y="429412"/>
                  </a:lnTo>
                  <a:lnTo>
                    <a:pt x="18747" y="384255"/>
                  </a:lnTo>
                  <a:lnTo>
                    <a:pt x="32831" y="340688"/>
                  </a:lnTo>
                  <a:lnTo>
                    <a:pt x="50522" y="298896"/>
                  </a:lnTo>
                  <a:lnTo>
                    <a:pt x="71631" y="259059"/>
                  </a:lnTo>
                  <a:lnTo>
                    <a:pt x="95974" y="221361"/>
                  </a:lnTo>
                  <a:lnTo>
                    <a:pt x="123362" y="185984"/>
                  </a:lnTo>
                  <a:lnTo>
                    <a:pt x="153611" y="153110"/>
                  </a:lnTo>
                  <a:lnTo>
                    <a:pt x="186532" y="122922"/>
                  </a:lnTo>
                  <a:lnTo>
                    <a:pt x="221939" y="95602"/>
                  </a:lnTo>
                  <a:lnTo>
                    <a:pt x="259645" y="71333"/>
                  </a:lnTo>
                  <a:lnTo>
                    <a:pt x="299465" y="50297"/>
                  </a:lnTo>
                  <a:lnTo>
                    <a:pt x="341210" y="32676"/>
                  </a:lnTo>
                  <a:lnTo>
                    <a:pt x="384695" y="18654"/>
                  </a:lnTo>
                  <a:lnTo>
                    <a:pt x="429733" y="8412"/>
                  </a:lnTo>
                  <a:lnTo>
                    <a:pt x="476137" y="2133"/>
                  </a:lnTo>
                  <a:lnTo>
                    <a:pt x="523720" y="0"/>
                  </a:lnTo>
                  <a:lnTo>
                    <a:pt x="3248169" y="0"/>
                  </a:lnTo>
                  <a:lnTo>
                    <a:pt x="3295621" y="1820"/>
                  </a:lnTo>
                  <a:lnTo>
                    <a:pt x="3342061" y="7191"/>
                  </a:lnTo>
                  <a:lnTo>
                    <a:pt x="3387355" y="15979"/>
                  </a:lnTo>
                  <a:lnTo>
                    <a:pt x="3431370" y="28052"/>
                  </a:lnTo>
                  <a:lnTo>
                    <a:pt x="3473970" y="43274"/>
                  </a:lnTo>
                  <a:lnTo>
                    <a:pt x="3515024" y="61513"/>
                  </a:lnTo>
                  <a:lnTo>
                    <a:pt x="3554398" y="82636"/>
                  </a:lnTo>
                  <a:lnTo>
                    <a:pt x="3591957" y="106508"/>
                  </a:lnTo>
                  <a:lnTo>
                    <a:pt x="3627569" y="132995"/>
                  </a:lnTo>
                  <a:lnTo>
                    <a:pt x="3661099" y="161965"/>
                  </a:lnTo>
                  <a:lnTo>
                    <a:pt x="3692415" y="193284"/>
                  </a:lnTo>
                  <a:lnTo>
                    <a:pt x="3721382" y="226817"/>
                  </a:lnTo>
                  <a:lnTo>
                    <a:pt x="3747867" y="262432"/>
                  </a:lnTo>
                  <a:lnTo>
                    <a:pt x="3771736" y="299995"/>
                  </a:lnTo>
                  <a:lnTo>
                    <a:pt x="3792857" y="339373"/>
                  </a:lnTo>
                  <a:lnTo>
                    <a:pt x="3811094" y="380430"/>
                  </a:lnTo>
                  <a:lnTo>
                    <a:pt x="3826315" y="423035"/>
                  </a:lnTo>
                  <a:lnTo>
                    <a:pt x="3838386" y="467054"/>
                  </a:lnTo>
                  <a:lnTo>
                    <a:pt x="3847174" y="512352"/>
                  </a:lnTo>
                  <a:lnTo>
                    <a:pt x="3852545" y="558797"/>
                  </a:lnTo>
                  <a:lnTo>
                    <a:pt x="3854364" y="606254"/>
                  </a:lnTo>
                  <a:lnTo>
                    <a:pt x="3854364" y="2176192"/>
                  </a:lnTo>
                  <a:lnTo>
                    <a:pt x="3340266" y="2257300"/>
                  </a:lnTo>
                  <a:close/>
                </a:path>
              </a:pathLst>
            </a:custGeom>
            <a:solidFill>
              <a:srgbClr val="5C9A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14292" y="5616991"/>
              <a:ext cx="93472" cy="8385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473342" y="4955747"/>
              <a:ext cx="3134360" cy="563880"/>
            </a:xfrm>
            <a:custGeom>
              <a:avLst/>
              <a:gdLst/>
              <a:ahLst/>
              <a:cxnLst/>
              <a:rect l="l" t="t" r="r" b="b"/>
              <a:pathLst>
                <a:path w="3134359" h="563879">
                  <a:moveTo>
                    <a:pt x="3125829" y="563637"/>
                  </a:moveTo>
                  <a:lnTo>
                    <a:pt x="3118957" y="563637"/>
                  </a:lnTo>
                  <a:lnTo>
                    <a:pt x="3114833" y="560888"/>
                  </a:lnTo>
                  <a:lnTo>
                    <a:pt x="3113458" y="556764"/>
                  </a:lnTo>
                  <a:lnTo>
                    <a:pt x="3103428" y="527937"/>
                  </a:lnTo>
                  <a:lnTo>
                    <a:pt x="3091980" y="499369"/>
                  </a:lnTo>
                  <a:lnTo>
                    <a:pt x="3079243" y="471316"/>
                  </a:lnTo>
                  <a:lnTo>
                    <a:pt x="3065347" y="444036"/>
                  </a:lnTo>
                  <a:lnTo>
                    <a:pt x="3062598" y="438537"/>
                  </a:lnTo>
                  <a:lnTo>
                    <a:pt x="3063973" y="433038"/>
                  </a:lnTo>
                  <a:lnTo>
                    <a:pt x="3074969" y="427540"/>
                  </a:lnTo>
                  <a:lnTo>
                    <a:pt x="3080467" y="428914"/>
                  </a:lnTo>
                  <a:lnTo>
                    <a:pt x="3110021" y="491121"/>
                  </a:lnTo>
                  <a:lnTo>
                    <a:pt x="3132702" y="549890"/>
                  </a:lnTo>
                  <a:lnTo>
                    <a:pt x="3134077" y="555389"/>
                  </a:lnTo>
                  <a:lnTo>
                    <a:pt x="3131328" y="560888"/>
                  </a:lnTo>
                  <a:lnTo>
                    <a:pt x="3125829" y="563637"/>
                  </a:lnTo>
                  <a:close/>
                </a:path>
                <a:path w="3134359" h="563879">
                  <a:moveTo>
                    <a:pt x="3013113" y="345056"/>
                  </a:moveTo>
                  <a:lnTo>
                    <a:pt x="3004865" y="345056"/>
                  </a:lnTo>
                  <a:lnTo>
                    <a:pt x="3000741" y="343681"/>
                  </a:lnTo>
                  <a:lnTo>
                    <a:pt x="2999367" y="340932"/>
                  </a:lnTo>
                  <a:lnTo>
                    <a:pt x="2980316" y="317282"/>
                  </a:lnTo>
                  <a:lnTo>
                    <a:pt x="2960363" y="294019"/>
                  </a:lnTo>
                  <a:lnTo>
                    <a:pt x="2939636" y="271529"/>
                  </a:lnTo>
                  <a:lnTo>
                    <a:pt x="2914142" y="246076"/>
                  </a:lnTo>
                  <a:lnTo>
                    <a:pt x="2914142" y="239202"/>
                  </a:lnTo>
                  <a:lnTo>
                    <a:pt x="2922389" y="230954"/>
                  </a:lnTo>
                  <a:lnTo>
                    <a:pt x="2929262" y="230954"/>
                  </a:lnTo>
                  <a:lnTo>
                    <a:pt x="2933386" y="235078"/>
                  </a:lnTo>
                  <a:lnTo>
                    <a:pt x="2955767" y="257224"/>
                  </a:lnTo>
                  <a:lnTo>
                    <a:pt x="2977373" y="280272"/>
                  </a:lnTo>
                  <a:lnTo>
                    <a:pt x="2997949" y="304093"/>
                  </a:lnTo>
                  <a:lnTo>
                    <a:pt x="3017237" y="328559"/>
                  </a:lnTo>
                  <a:lnTo>
                    <a:pt x="3021360" y="332683"/>
                  </a:lnTo>
                  <a:lnTo>
                    <a:pt x="3019986" y="339557"/>
                  </a:lnTo>
                  <a:lnTo>
                    <a:pt x="3015862" y="343681"/>
                  </a:lnTo>
                  <a:lnTo>
                    <a:pt x="3013113" y="345056"/>
                  </a:lnTo>
                  <a:close/>
                </a:path>
                <a:path w="3134359" h="563879">
                  <a:moveTo>
                    <a:pt x="2833041" y="174590"/>
                  </a:moveTo>
                  <a:lnTo>
                    <a:pt x="2826168" y="174590"/>
                  </a:lnTo>
                  <a:lnTo>
                    <a:pt x="2824793" y="173215"/>
                  </a:lnTo>
                  <a:lnTo>
                    <a:pt x="2799557" y="156203"/>
                  </a:lnTo>
                  <a:lnTo>
                    <a:pt x="2773418" y="140222"/>
                  </a:lnTo>
                  <a:lnTo>
                    <a:pt x="2746506" y="125272"/>
                  </a:lnTo>
                  <a:lnTo>
                    <a:pt x="2713451" y="108603"/>
                  </a:lnTo>
                  <a:lnTo>
                    <a:pt x="2712076" y="103104"/>
                  </a:lnTo>
                  <a:lnTo>
                    <a:pt x="2717575" y="92106"/>
                  </a:lnTo>
                  <a:lnTo>
                    <a:pt x="2723073" y="90732"/>
                  </a:lnTo>
                  <a:lnTo>
                    <a:pt x="2756364" y="107615"/>
                  </a:lnTo>
                  <a:lnTo>
                    <a:pt x="2810919" y="139491"/>
                  </a:lnTo>
                  <a:lnTo>
                    <a:pt x="2842663" y="166341"/>
                  </a:lnTo>
                  <a:lnTo>
                    <a:pt x="2839914" y="170466"/>
                  </a:lnTo>
                  <a:lnTo>
                    <a:pt x="2835790" y="173215"/>
                  </a:lnTo>
                  <a:lnTo>
                    <a:pt x="2833041" y="174590"/>
                  </a:lnTo>
                  <a:close/>
                </a:path>
                <a:path w="3134359" h="563879">
                  <a:moveTo>
                    <a:pt x="2613105" y="65987"/>
                  </a:moveTo>
                  <a:lnTo>
                    <a:pt x="2604858" y="65987"/>
                  </a:lnTo>
                  <a:lnTo>
                    <a:pt x="2575755" y="57201"/>
                  </a:lnTo>
                  <a:lnTo>
                    <a:pt x="2546266" y="49318"/>
                  </a:lnTo>
                  <a:lnTo>
                    <a:pt x="2516518" y="42208"/>
                  </a:lnTo>
                  <a:lnTo>
                    <a:pt x="2486642" y="35743"/>
                  </a:lnTo>
                  <a:lnTo>
                    <a:pt x="2481144" y="34368"/>
                  </a:lnTo>
                  <a:lnTo>
                    <a:pt x="2477020" y="28869"/>
                  </a:lnTo>
                  <a:lnTo>
                    <a:pt x="2479769" y="17871"/>
                  </a:lnTo>
                  <a:lnTo>
                    <a:pt x="2485268" y="13747"/>
                  </a:lnTo>
                  <a:lnTo>
                    <a:pt x="2490766" y="15122"/>
                  </a:lnTo>
                  <a:lnTo>
                    <a:pt x="2521651" y="21007"/>
                  </a:lnTo>
                  <a:lnTo>
                    <a:pt x="2552279" y="28182"/>
                  </a:lnTo>
                  <a:lnTo>
                    <a:pt x="2582391" y="36387"/>
                  </a:lnTo>
                  <a:lnTo>
                    <a:pt x="2611730" y="45366"/>
                  </a:lnTo>
                  <a:lnTo>
                    <a:pt x="2617229" y="46740"/>
                  </a:lnTo>
                  <a:lnTo>
                    <a:pt x="2619978" y="53614"/>
                  </a:lnTo>
                  <a:lnTo>
                    <a:pt x="2618603" y="57738"/>
                  </a:lnTo>
                  <a:lnTo>
                    <a:pt x="2617229" y="63237"/>
                  </a:lnTo>
                  <a:lnTo>
                    <a:pt x="2613105" y="65987"/>
                  </a:lnTo>
                  <a:close/>
                </a:path>
                <a:path w="3134359" h="563879">
                  <a:moveTo>
                    <a:pt x="2369802" y="23370"/>
                  </a:moveTo>
                  <a:lnTo>
                    <a:pt x="2235092" y="23370"/>
                  </a:lnTo>
                  <a:lnTo>
                    <a:pt x="2229594" y="19246"/>
                  </a:lnTo>
                  <a:lnTo>
                    <a:pt x="2229594" y="5498"/>
                  </a:lnTo>
                  <a:lnTo>
                    <a:pt x="2233717" y="1374"/>
                  </a:lnTo>
                  <a:lnTo>
                    <a:pt x="2369802" y="1374"/>
                  </a:lnTo>
                  <a:lnTo>
                    <a:pt x="2373926" y="6873"/>
                  </a:lnTo>
                  <a:lnTo>
                    <a:pt x="2373926" y="12372"/>
                  </a:lnTo>
                  <a:lnTo>
                    <a:pt x="2375300" y="17871"/>
                  </a:lnTo>
                  <a:lnTo>
                    <a:pt x="2369802" y="23370"/>
                  </a:lnTo>
                  <a:close/>
                </a:path>
                <a:path w="3134359" h="563879">
                  <a:moveTo>
                    <a:pt x="2122375" y="21995"/>
                  </a:moveTo>
                  <a:lnTo>
                    <a:pt x="1987665" y="21995"/>
                  </a:lnTo>
                  <a:lnTo>
                    <a:pt x="1982166" y="17871"/>
                  </a:lnTo>
                  <a:lnTo>
                    <a:pt x="1982166" y="4124"/>
                  </a:lnTo>
                  <a:lnTo>
                    <a:pt x="1986290" y="0"/>
                  </a:lnTo>
                  <a:lnTo>
                    <a:pt x="2122375" y="0"/>
                  </a:lnTo>
                  <a:lnTo>
                    <a:pt x="2127873" y="4124"/>
                  </a:lnTo>
                  <a:lnTo>
                    <a:pt x="2127873" y="17871"/>
                  </a:lnTo>
                  <a:lnTo>
                    <a:pt x="2122375" y="21995"/>
                  </a:lnTo>
                  <a:close/>
                </a:path>
                <a:path w="3134359" h="563879">
                  <a:moveTo>
                    <a:pt x="1874948" y="21995"/>
                  </a:moveTo>
                  <a:lnTo>
                    <a:pt x="1740237" y="21995"/>
                  </a:lnTo>
                  <a:lnTo>
                    <a:pt x="1734739" y="17871"/>
                  </a:lnTo>
                  <a:lnTo>
                    <a:pt x="1734739" y="4124"/>
                  </a:lnTo>
                  <a:lnTo>
                    <a:pt x="1738863" y="0"/>
                  </a:lnTo>
                  <a:lnTo>
                    <a:pt x="1874948" y="0"/>
                  </a:lnTo>
                  <a:lnTo>
                    <a:pt x="1880446" y="4124"/>
                  </a:lnTo>
                  <a:lnTo>
                    <a:pt x="1880446" y="17871"/>
                  </a:lnTo>
                  <a:lnTo>
                    <a:pt x="1874948" y="21995"/>
                  </a:lnTo>
                  <a:close/>
                </a:path>
                <a:path w="3134359" h="563879">
                  <a:moveTo>
                    <a:pt x="1627521" y="21995"/>
                  </a:moveTo>
                  <a:lnTo>
                    <a:pt x="1491436" y="21995"/>
                  </a:lnTo>
                  <a:lnTo>
                    <a:pt x="1485937" y="17871"/>
                  </a:lnTo>
                  <a:lnTo>
                    <a:pt x="1485937" y="4124"/>
                  </a:lnTo>
                  <a:lnTo>
                    <a:pt x="1490061" y="0"/>
                  </a:lnTo>
                  <a:lnTo>
                    <a:pt x="1626146" y="0"/>
                  </a:lnTo>
                  <a:lnTo>
                    <a:pt x="1631644" y="4124"/>
                  </a:lnTo>
                  <a:lnTo>
                    <a:pt x="1631644" y="17871"/>
                  </a:lnTo>
                  <a:lnTo>
                    <a:pt x="1627521" y="21995"/>
                  </a:lnTo>
                  <a:close/>
                </a:path>
                <a:path w="3134359" h="563879">
                  <a:moveTo>
                    <a:pt x="1378719" y="21995"/>
                  </a:moveTo>
                  <a:lnTo>
                    <a:pt x="1244009" y="21995"/>
                  </a:lnTo>
                  <a:lnTo>
                    <a:pt x="1238510" y="17871"/>
                  </a:lnTo>
                  <a:lnTo>
                    <a:pt x="1238510" y="4124"/>
                  </a:lnTo>
                  <a:lnTo>
                    <a:pt x="1242634" y="0"/>
                  </a:lnTo>
                  <a:lnTo>
                    <a:pt x="1378719" y="0"/>
                  </a:lnTo>
                  <a:lnTo>
                    <a:pt x="1384217" y="4124"/>
                  </a:lnTo>
                  <a:lnTo>
                    <a:pt x="1384217" y="17871"/>
                  </a:lnTo>
                  <a:lnTo>
                    <a:pt x="1378719" y="21995"/>
                  </a:lnTo>
                  <a:close/>
                </a:path>
                <a:path w="3134359" h="563879">
                  <a:moveTo>
                    <a:pt x="1131292" y="21995"/>
                  </a:moveTo>
                  <a:lnTo>
                    <a:pt x="996581" y="21995"/>
                  </a:lnTo>
                  <a:lnTo>
                    <a:pt x="991083" y="17871"/>
                  </a:lnTo>
                  <a:lnTo>
                    <a:pt x="991083" y="4124"/>
                  </a:lnTo>
                  <a:lnTo>
                    <a:pt x="995207" y="0"/>
                  </a:lnTo>
                  <a:lnTo>
                    <a:pt x="1131292" y="0"/>
                  </a:lnTo>
                  <a:lnTo>
                    <a:pt x="1136790" y="4124"/>
                  </a:lnTo>
                  <a:lnTo>
                    <a:pt x="1136790" y="17871"/>
                  </a:lnTo>
                  <a:lnTo>
                    <a:pt x="1131292" y="21995"/>
                  </a:lnTo>
                  <a:close/>
                </a:path>
                <a:path w="3134359" h="563879">
                  <a:moveTo>
                    <a:pt x="883864" y="21995"/>
                  </a:moveTo>
                  <a:lnTo>
                    <a:pt x="747780" y="21995"/>
                  </a:lnTo>
                  <a:lnTo>
                    <a:pt x="742281" y="17871"/>
                  </a:lnTo>
                  <a:lnTo>
                    <a:pt x="742281" y="4124"/>
                  </a:lnTo>
                  <a:lnTo>
                    <a:pt x="746405" y="0"/>
                  </a:lnTo>
                  <a:lnTo>
                    <a:pt x="882490" y="0"/>
                  </a:lnTo>
                  <a:lnTo>
                    <a:pt x="887988" y="4124"/>
                  </a:lnTo>
                  <a:lnTo>
                    <a:pt x="887988" y="17871"/>
                  </a:lnTo>
                  <a:lnTo>
                    <a:pt x="883864" y="21995"/>
                  </a:lnTo>
                  <a:close/>
                </a:path>
                <a:path w="3134359" h="563879">
                  <a:moveTo>
                    <a:pt x="635063" y="21995"/>
                  </a:moveTo>
                  <a:lnTo>
                    <a:pt x="500352" y="21995"/>
                  </a:lnTo>
                  <a:lnTo>
                    <a:pt x="494854" y="17871"/>
                  </a:lnTo>
                  <a:lnTo>
                    <a:pt x="494854" y="4124"/>
                  </a:lnTo>
                  <a:lnTo>
                    <a:pt x="498978" y="0"/>
                  </a:lnTo>
                  <a:lnTo>
                    <a:pt x="635063" y="0"/>
                  </a:lnTo>
                  <a:lnTo>
                    <a:pt x="640561" y="4124"/>
                  </a:lnTo>
                  <a:lnTo>
                    <a:pt x="640561" y="17871"/>
                  </a:lnTo>
                  <a:lnTo>
                    <a:pt x="635063" y="21995"/>
                  </a:lnTo>
                  <a:close/>
                </a:path>
                <a:path w="3134359" h="563879">
                  <a:moveTo>
                    <a:pt x="387635" y="21995"/>
                  </a:moveTo>
                  <a:lnTo>
                    <a:pt x="252925" y="21995"/>
                  </a:lnTo>
                  <a:lnTo>
                    <a:pt x="247427" y="17871"/>
                  </a:lnTo>
                  <a:lnTo>
                    <a:pt x="247427" y="4124"/>
                  </a:lnTo>
                  <a:lnTo>
                    <a:pt x="251551" y="0"/>
                  </a:lnTo>
                  <a:lnTo>
                    <a:pt x="387635" y="0"/>
                  </a:lnTo>
                  <a:lnTo>
                    <a:pt x="393134" y="4124"/>
                  </a:lnTo>
                  <a:lnTo>
                    <a:pt x="393134" y="17871"/>
                  </a:lnTo>
                  <a:lnTo>
                    <a:pt x="387635" y="21995"/>
                  </a:lnTo>
                  <a:close/>
                </a:path>
                <a:path w="3134359" h="563879">
                  <a:moveTo>
                    <a:pt x="140208" y="21995"/>
                  </a:moveTo>
                  <a:lnTo>
                    <a:pt x="5498" y="21995"/>
                  </a:lnTo>
                  <a:lnTo>
                    <a:pt x="0" y="17871"/>
                  </a:lnTo>
                  <a:lnTo>
                    <a:pt x="0" y="4124"/>
                  </a:lnTo>
                  <a:lnTo>
                    <a:pt x="4123" y="0"/>
                  </a:lnTo>
                  <a:lnTo>
                    <a:pt x="140208" y="0"/>
                  </a:lnTo>
                  <a:lnTo>
                    <a:pt x="145707" y="4124"/>
                  </a:lnTo>
                  <a:lnTo>
                    <a:pt x="145707" y="17871"/>
                  </a:lnTo>
                  <a:lnTo>
                    <a:pt x="140208" y="219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71600" y="3594768"/>
              <a:ext cx="10104651" cy="3825863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7035665" y="19707"/>
            <a:ext cx="32258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Satyameva</a:t>
            </a:r>
          </a:p>
        </p:txBody>
      </p:sp>
      <p:sp>
        <p:nvSpPr>
          <p:cNvPr id="22" name="object 22"/>
          <p:cNvSpPr/>
          <p:nvPr/>
        </p:nvSpPr>
        <p:spPr>
          <a:xfrm>
            <a:off x="70756" y="2247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6"/>
                </a:moveTo>
                <a:lnTo>
                  <a:pt x="1908817" y="699962"/>
                </a:lnTo>
                <a:lnTo>
                  <a:pt x="1888573" y="772767"/>
                </a:lnTo>
                <a:lnTo>
                  <a:pt x="1873709" y="808005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1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3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8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8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32656" y="351497"/>
            <a:ext cx="11918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CypherX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712523" y="78116"/>
            <a:ext cx="3373746" cy="1593503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906005" y="1219980"/>
            <a:ext cx="14014450" cy="75311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559050" marR="5080" indent="-2546985">
              <a:lnSpc>
                <a:spcPts val="2850"/>
              </a:lnSpc>
              <a:spcBef>
                <a:spcPts val="215"/>
              </a:spcBef>
            </a:pPr>
            <a:r>
              <a:rPr dirty="0" sz="2400" b="1">
                <a:latin typeface="Arial"/>
                <a:cs typeface="Arial"/>
              </a:rPr>
              <a:t>Blockchain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based</a:t>
            </a:r>
            <a:r>
              <a:rPr dirty="0" sz="2400" spc="-8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certificate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issuance</a:t>
            </a:r>
            <a:r>
              <a:rPr dirty="0" sz="2400" spc="-8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and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instant</a:t>
            </a:r>
            <a:r>
              <a:rPr dirty="0" sz="2400" spc="-8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verification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replacing</a:t>
            </a:r>
            <a:r>
              <a:rPr dirty="0" sz="2400" spc="-8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weeks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8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manual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checks </a:t>
            </a:r>
            <a:r>
              <a:rPr dirty="0" sz="2400" b="1">
                <a:latin typeface="Arial"/>
                <a:cs typeface="Arial"/>
              </a:rPr>
              <a:t>and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fake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degree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fraud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with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3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second,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tamper-</a:t>
            </a:r>
            <a:r>
              <a:rPr dirty="0" sz="2400" b="1">
                <a:latin typeface="Arial"/>
                <a:cs typeface="Arial"/>
              </a:rPr>
              <a:t>proof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QR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scan.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0448" y="3032470"/>
            <a:ext cx="1935480" cy="9645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 marR="5080" indent="351155">
              <a:lnSpc>
                <a:spcPts val="3679"/>
              </a:lnSpc>
              <a:spcBef>
                <a:spcPts val="234"/>
              </a:spcBef>
            </a:pPr>
            <a:r>
              <a:rPr dirty="0" sz="310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dirty="0" sz="31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100" spc="-25">
                <a:solidFill>
                  <a:srgbClr val="FFFFFF"/>
                </a:solidFill>
                <a:latin typeface="Calibri"/>
                <a:cs typeface="Calibri"/>
              </a:rPr>
              <a:t>is Satyameva?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1445" y="4765149"/>
            <a:ext cx="3740150" cy="392112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ctr" marL="12065" marR="5080">
              <a:lnSpc>
                <a:spcPts val="3820"/>
              </a:lnSpc>
              <a:spcBef>
                <a:spcPts val="290"/>
              </a:spcBef>
            </a:pPr>
            <a:r>
              <a:rPr dirty="0" sz="3250" spc="-20">
                <a:latin typeface="Calibri"/>
                <a:cs typeface="Calibri"/>
              </a:rPr>
              <a:t>Satyameva</a:t>
            </a:r>
            <a:r>
              <a:rPr dirty="0" sz="3250" spc="-100">
                <a:latin typeface="Calibri"/>
                <a:cs typeface="Calibri"/>
              </a:rPr>
              <a:t> </a:t>
            </a:r>
            <a:r>
              <a:rPr dirty="0" sz="3250" spc="-20">
                <a:latin typeface="Calibri"/>
                <a:cs typeface="Calibri"/>
              </a:rPr>
              <a:t>transforms </a:t>
            </a:r>
            <a:r>
              <a:rPr dirty="0" sz="3250" spc="-10">
                <a:latin typeface="Calibri"/>
                <a:cs typeface="Calibri"/>
              </a:rPr>
              <a:t>certificates</a:t>
            </a:r>
            <a:r>
              <a:rPr dirty="0" sz="3250" spc="-135">
                <a:latin typeface="Calibri"/>
                <a:cs typeface="Calibri"/>
              </a:rPr>
              <a:t> </a:t>
            </a:r>
            <a:r>
              <a:rPr dirty="0" sz="3250" spc="-20">
                <a:latin typeface="Calibri"/>
                <a:cs typeface="Calibri"/>
              </a:rPr>
              <a:t>into </a:t>
            </a:r>
            <a:r>
              <a:rPr dirty="0" sz="3250">
                <a:latin typeface="Calibri"/>
                <a:cs typeface="Calibri"/>
              </a:rPr>
              <a:t>tamper</a:t>
            </a:r>
            <a:r>
              <a:rPr dirty="0" sz="3250" spc="-150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proof blockchain</a:t>
            </a:r>
            <a:endParaRPr sz="3250">
              <a:latin typeface="Calibri"/>
              <a:cs typeface="Calibri"/>
            </a:endParaRPr>
          </a:p>
          <a:p>
            <a:pPr algn="ctr" marL="375920" marR="367665" indent="92710">
              <a:lnSpc>
                <a:spcPts val="3829"/>
              </a:lnSpc>
              <a:spcBef>
                <a:spcPts val="10"/>
              </a:spcBef>
            </a:pPr>
            <a:r>
              <a:rPr dirty="0" sz="3250" spc="-10">
                <a:latin typeface="Calibri"/>
                <a:cs typeface="Calibri"/>
              </a:rPr>
              <a:t>credentials</a:t>
            </a:r>
            <a:r>
              <a:rPr dirty="0" sz="3250" spc="-130">
                <a:latin typeface="Calibri"/>
                <a:cs typeface="Calibri"/>
              </a:rPr>
              <a:t> </a:t>
            </a:r>
            <a:r>
              <a:rPr dirty="0" sz="3250" spc="-20">
                <a:latin typeface="Calibri"/>
                <a:cs typeface="Calibri"/>
              </a:rPr>
              <a:t>that </a:t>
            </a:r>
            <a:r>
              <a:rPr dirty="0" sz="3250" spc="-10">
                <a:latin typeface="Calibri"/>
                <a:cs typeface="Calibri"/>
              </a:rPr>
              <a:t>students</a:t>
            </a:r>
            <a:r>
              <a:rPr dirty="0" sz="3250" spc="-105">
                <a:latin typeface="Calibri"/>
                <a:cs typeface="Calibri"/>
              </a:rPr>
              <a:t> </a:t>
            </a:r>
            <a:r>
              <a:rPr dirty="0" sz="3250">
                <a:latin typeface="Calibri"/>
                <a:cs typeface="Calibri"/>
              </a:rPr>
              <a:t>own</a:t>
            </a:r>
            <a:r>
              <a:rPr dirty="0" sz="3250" spc="-105">
                <a:latin typeface="Calibri"/>
                <a:cs typeface="Calibri"/>
              </a:rPr>
              <a:t> </a:t>
            </a:r>
            <a:r>
              <a:rPr dirty="0" sz="3250" spc="-25">
                <a:latin typeface="Calibri"/>
                <a:cs typeface="Calibri"/>
              </a:rPr>
              <a:t>and </a:t>
            </a:r>
            <a:r>
              <a:rPr dirty="0" sz="3250" spc="-10">
                <a:latin typeface="Calibri"/>
                <a:cs typeface="Calibri"/>
              </a:rPr>
              <a:t>anyone</a:t>
            </a:r>
            <a:r>
              <a:rPr dirty="0" sz="3250" spc="-150">
                <a:latin typeface="Calibri"/>
                <a:cs typeface="Calibri"/>
              </a:rPr>
              <a:t> </a:t>
            </a:r>
            <a:r>
              <a:rPr dirty="0" sz="3250" spc="-25">
                <a:latin typeface="Calibri"/>
                <a:cs typeface="Calibri"/>
              </a:rPr>
              <a:t>can</a:t>
            </a:r>
            <a:endParaRPr sz="3250">
              <a:latin typeface="Calibri"/>
              <a:cs typeface="Calibri"/>
            </a:endParaRPr>
          </a:p>
          <a:p>
            <a:pPr algn="ctr" marL="92710">
              <a:lnSpc>
                <a:spcPts val="3700"/>
              </a:lnSpc>
            </a:pPr>
            <a:r>
              <a:rPr dirty="0" sz="3250">
                <a:latin typeface="Calibri"/>
                <a:cs typeface="Calibri"/>
              </a:rPr>
              <a:t>verify</a:t>
            </a:r>
            <a:r>
              <a:rPr dirty="0" sz="3250" spc="-7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instantly.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32010" y="2497851"/>
            <a:ext cx="3599179" cy="581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50" b="1">
                <a:latin typeface="Arial"/>
                <a:cs typeface="Arial"/>
              </a:rPr>
              <a:t>Whats</a:t>
            </a:r>
            <a:r>
              <a:rPr dirty="0" sz="3650" spc="-40" b="1">
                <a:latin typeface="Arial"/>
                <a:cs typeface="Arial"/>
              </a:rPr>
              <a:t> </a:t>
            </a:r>
            <a:r>
              <a:rPr dirty="0" sz="3650" b="1">
                <a:latin typeface="Arial"/>
                <a:cs typeface="Arial"/>
              </a:rPr>
              <a:t>the</a:t>
            </a:r>
            <a:r>
              <a:rPr dirty="0" sz="3650" spc="-35" b="1">
                <a:latin typeface="Arial"/>
                <a:cs typeface="Arial"/>
              </a:rPr>
              <a:t> </a:t>
            </a:r>
            <a:r>
              <a:rPr dirty="0" sz="3650" spc="-20" b="1">
                <a:latin typeface="Arial"/>
                <a:cs typeface="Arial"/>
              </a:rPr>
              <a:t>USP?</a:t>
            </a:r>
            <a:endParaRPr sz="3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278902" y="5769289"/>
            <a:ext cx="1885314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48640">
              <a:lnSpc>
                <a:spcPct val="100000"/>
              </a:lnSpc>
              <a:spcBef>
                <a:spcPts val="105"/>
              </a:spcBef>
            </a:pPr>
            <a:r>
              <a:rPr dirty="0" sz="2500" spc="-25" b="1">
                <a:latin typeface="Arial"/>
                <a:cs typeface="Arial"/>
              </a:rPr>
              <a:t>Why </a:t>
            </a:r>
            <a:r>
              <a:rPr dirty="0" sz="2500" spc="-10" b="1">
                <a:latin typeface="Arial"/>
                <a:cs typeface="Arial"/>
              </a:rPr>
              <a:t>Satyameva?</a:t>
            </a:r>
            <a:endParaRPr sz="2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522411" y="3740132"/>
            <a:ext cx="3018790" cy="10509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260350">
              <a:lnSpc>
                <a:spcPct val="100000"/>
              </a:lnSpc>
              <a:spcBef>
                <a:spcPts val="120"/>
              </a:spcBef>
            </a:pPr>
            <a:r>
              <a:rPr dirty="0" sz="3350" spc="-10">
                <a:latin typeface="Calibri"/>
                <a:cs typeface="Calibri"/>
              </a:rPr>
              <a:t>Decentralized </a:t>
            </a:r>
            <a:r>
              <a:rPr dirty="0" sz="3350">
                <a:latin typeface="Calibri"/>
                <a:cs typeface="Calibri"/>
              </a:rPr>
              <a:t>(no single </a:t>
            </a:r>
            <a:r>
              <a:rPr dirty="0" sz="3350" spc="-10">
                <a:latin typeface="Calibri"/>
                <a:cs typeface="Calibri"/>
              </a:rPr>
              <a:t>server)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67249" y="5612798"/>
            <a:ext cx="2981325" cy="1065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90170">
              <a:lnSpc>
                <a:spcPct val="100000"/>
              </a:lnSpc>
              <a:spcBef>
                <a:spcPts val="120"/>
              </a:spcBef>
            </a:pPr>
            <a:r>
              <a:rPr dirty="0" sz="3400" spc="-10">
                <a:latin typeface="Calibri"/>
                <a:cs typeface="Calibri"/>
              </a:rPr>
              <a:t>Instant</a:t>
            </a:r>
            <a:endParaRPr sz="3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3400">
                <a:latin typeface="Calibri"/>
                <a:cs typeface="Calibri"/>
              </a:rPr>
              <a:t>(3-second</a:t>
            </a:r>
            <a:r>
              <a:rPr dirty="0" sz="3400" spc="-3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verify)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2040690"/>
            <a:ext cx="18274030" cy="57150"/>
          </a:xfrm>
          <a:custGeom>
            <a:avLst/>
            <a:gdLst/>
            <a:ahLst/>
            <a:cxnLst/>
            <a:rect l="l" t="t" r="r" b="b"/>
            <a:pathLst>
              <a:path w="18274030" h="57150">
                <a:moveTo>
                  <a:pt x="18273968" y="57010"/>
                </a:moveTo>
                <a:lnTo>
                  <a:pt x="0" y="38100"/>
                </a:lnTo>
                <a:lnTo>
                  <a:pt x="0" y="0"/>
                </a:lnTo>
                <a:lnTo>
                  <a:pt x="18274008" y="18910"/>
                </a:lnTo>
                <a:lnTo>
                  <a:pt x="18273968" y="57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3744463" y="3740132"/>
            <a:ext cx="2781300" cy="10509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95580" marR="5080" indent="-183515">
              <a:lnSpc>
                <a:spcPct val="100000"/>
              </a:lnSpc>
              <a:spcBef>
                <a:spcPts val="120"/>
              </a:spcBef>
            </a:pPr>
            <a:r>
              <a:rPr dirty="0" sz="3350">
                <a:latin typeface="Calibri"/>
                <a:cs typeface="Calibri"/>
              </a:rPr>
              <a:t>Free</a:t>
            </a:r>
            <a:r>
              <a:rPr dirty="0" sz="3350" spc="-15">
                <a:latin typeface="Calibri"/>
                <a:cs typeface="Calibri"/>
              </a:rPr>
              <a:t> </a:t>
            </a:r>
            <a:r>
              <a:rPr dirty="0" sz="3350">
                <a:latin typeface="Calibri"/>
                <a:cs typeface="Calibri"/>
              </a:rPr>
              <a:t>/</a:t>
            </a:r>
            <a:r>
              <a:rPr dirty="0" sz="3350" spc="-15">
                <a:latin typeface="Calibri"/>
                <a:cs typeface="Calibri"/>
              </a:rPr>
              <a:t> </a:t>
            </a:r>
            <a:r>
              <a:rPr dirty="0" sz="3350">
                <a:latin typeface="Calibri"/>
                <a:cs typeface="Calibri"/>
              </a:rPr>
              <a:t>near</a:t>
            </a:r>
            <a:r>
              <a:rPr dirty="0" sz="3350" spc="-15">
                <a:latin typeface="Calibri"/>
                <a:cs typeface="Calibri"/>
              </a:rPr>
              <a:t> </a:t>
            </a:r>
            <a:r>
              <a:rPr dirty="0" sz="3350" spc="-20">
                <a:latin typeface="Calibri"/>
                <a:cs typeface="Calibri"/>
              </a:rPr>
              <a:t>zero </a:t>
            </a:r>
            <a:r>
              <a:rPr dirty="0" sz="3350">
                <a:latin typeface="Calibri"/>
                <a:cs typeface="Calibri"/>
              </a:rPr>
              <a:t>cost</a:t>
            </a:r>
            <a:r>
              <a:rPr dirty="0" sz="3350" spc="-35">
                <a:latin typeface="Calibri"/>
                <a:cs typeface="Calibri"/>
              </a:rPr>
              <a:t> </a:t>
            </a:r>
            <a:r>
              <a:rPr dirty="0" sz="3350">
                <a:latin typeface="Calibri"/>
                <a:cs typeface="Calibri"/>
              </a:rPr>
              <a:t>per</a:t>
            </a:r>
            <a:r>
              <a:rPr dirty="0" sz="3350" spc="-35">
                <a:latin typeface="Calibri"/>
                <a:cs typeface="Calibri"/>
              </a:rPr>
              <a:t> </a:t>
            </a:r>
            <a:r>
              <a:rPr dirty="0" sz="3350" spc="-10">
                <a:latin typeface="Calibri"/>
                <a:cs typeface="Calibri"/>
              </a:rPr>
              <a:t>check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14994404" y="5716689"/>
            <a:ext cx="3010535" cy="10356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10209" marR="5080" indent="-398145">
              <a:lnSpc>
                <a:spcPct val="100000"/>
              </a:lnSpc>
              <a:spcBef>
                <a:spcPts val="120"/>
              </a:spcBef>
            </a:pPr>
            <a:r>
              <a:rPr dirty="0" sz="3300" spc="-10">
                <a:latin typeface="Calibri"/>
                <a:cs typeface="Calibri"/>
              </a:rPr>
              <a:t>Cryptographically </a:t>
            </a:r>
            <a:r>
              <a:rPr dirty="0" sz="3300">
                <a:latin typeface="Calibri"/>
                <a:cs typeface="Calibri"/>
              </a:rPr>
              <a:t>tamper</a:t>
            </a:r>
            <a:r>
              <a:rPr dirty="0" sz="3300" spc="-3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proof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686401" y="7539425"/>
            <a:ext cx="2717800" cy="10490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69215" marR="5080" indent="-57150">
              <a:lnSpc>
                <a:spcPct val="100000"/>
              </a:lnSpc>
              <a:spcBef>
                <a:spcPts val="115"/>
              </a:spcBef>
            </a:pPr>
            <a:r>
              <a:rPr dirty="0" sz="3350">
                <a:latin typeface="Calibri"/>
                <a:cs typeface="Calibri"/>
              </a:rPr>
              <a:t>Student</a:t>
            </a:r>
            <a:r>
              <a:rPr dirty="0" sz="3350" spc="-35">
                <a:latin typeface="Calibri"/>
                <a:cs typeface="Calibri"/>
              </a:rPr>
              <a:t> </a:t>
            </a:r>
            <a:r>
              <a:rPr dirty="0" sz="3350" spc="-10">
                <a:latin typeface="Calibri"/>
                <a:cs typeface="Calibri"/>
              </a:rPr>
              <a:t>owned </a:t>
            </a:r>
            <a:r>
              <a:rPr dirty="0" sz="3350">
                <a:latin typeface="Calibri"/>
                <a:cs typeface="Calibri"/>
              </a:rPr>
              <a:t>(self </a:t>
            </a:r>
            <a:r>
              <a:rPr dirty="0" sz="3350" spc="-10">
                <a:latin typeface="Calibri"/>
                <a:cs typeface="Calibri"/>
              </a:rPr>
              <a:t>sovereign)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837085" y="7553280"/>
            <a:ext cx="2728595" cy="124333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 marL="12700" marR="5080">
              <a:lnSpc>
                <a:spcPts val="3180"/>
              </a:lnSpc>
              <a:spcBef>
                <a:spcPts val="245"/>
              </a:spcBef>
            </a:pPr>
            <a:r>
              <a:rPr dirty="0" sz="2700" spc="-10">
                <a:latin typeface="Calibri"/>
                <a:cs typeface="Calibri"/>
              </a:rPr>
              <a:t>Revocable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on-chain </a:t>
            </a:r>
            <a:r>
              <a:rPr dirty="0" sz="2700">
                <a:latin typeface="Calibri"/>
                <a:cs typeface="Calibri"/>
              </a:rPr>
              <a:t>(can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invalidate anytime)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43062"/>
            <a:ext cx="18288000" cy="8644255"/>
            <a:chOff x="0" y="1643062"/>
            <a:chExt cx="18288000" cy="8644255"/>
          </a:xfrm>
        </p:grpSpPr>
        <p:sp>
          <p:nvSpPr>
            <p:cNvPr id="3" name="object 3"/>
            <p:cNvSpPr/>
            <p:nvPr/>
          </p:nvSpPr>
          <p:spPr>
            <a:xfrm>
              <a:off x="0" y="1643062"/>
              <a:ext cx="18288000" cy="38100"/>
            </a:xfrm>
            <a:custGeom>
              <a:avLst/>
              <a:gdLst/>
              <a:ahLst/>
              <a:cxnLst/>
              <a:rect l="l" t="t" r="r" b="b"/>
              <a:pathLst>
                <a:path w="18288000" h="38100">
                  <a:moveTo>
                    <a:pt x="18287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064" y="2587790"/>
              <a:ext cx="11203972" cy="37616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274999" y="1662112"/>
              <a:ext cx="0" cy="7870190"/>
            </a:xfrm>
            <a:custGeom>
              <a:avLst/>
              <a:gdLst/>
              <a:ahLst/>
              <a:cxnLst/>
              <a:rect l="l" t="t" r="r" b="b"/>
              <a:pathLst>
                <a:path w="0" h="7870190">
                  <a:moveTo>
                    <a:pt x="0" y="787003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700" y="2784242"/>
              <a:ext cx="5772149" cy="67532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6332988"/>
              <a:ext cx="11256645" cy="38100"/>
            </a:xfrm>
            <a:custGeom>
              <a:avLst/>
              <a:gdLst/>
              <a:ahLst/>
              <a:cxnLst/>
              <a:rect l="l" t="t" r="r" b="b"/>
              <a:pathLst>
                <a:path w="11256645" h="38100">
                  <a:moveTo>
                    <a:pt x="11256048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256048" y="0"/>
                  </a:lnTo>
                  <a:lnTo>
                    <a:pt x="11256048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34137"/>
              <a:ext cx="4870202" cy="30670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841821" y="7629198"/>
              <a:ext cx="2147570" cy="1177290"/>
            </a:xfrm>
            <a:custGeom>
              <a:avLst/>
              <a:gdLst/>
              <a:ahLst/>
              <a:cxnLst/>
              <a:rect l="l" t="t" r="r" b="b"/>
              <a:pathLst>
                <a:path w="2147570" h="1177290">
                  <a:moveTo>
                    <a:pt x="1665755" y="1177024"/>
                  </a:moveTo>
                  <a:lnTo>
                    <a:pt x="0" y="1177024"/>
                  </a:lnTo>
                  <a:lnTo>
                    <a:pt x="454195" y="621783"/>
                  </a:lnTo>
                  <a:lnTo>
                    <a:pt x="463310" y="605804"/>
                  </a:lnTo>
                  <a:lnTo>
                    <a:pt x="466349" y="588515"/>
                  </a:lnTo>
                  <a:lnTo>
                    <a:pt x="463310" y="571232"/>
                  </a:lnTo>
                  <a:lnTo>
                    <a:pt x="454195" y="555267"/>
                  </a:lnTo>
                  <a:lnTo>
                    <a:pt x="0" y="0"/>
                  </a:lnTo>
                  <a:lnTo>
                    <a:pt x="1665755" y="0"/>
                  </a:lnTo>
                  <a:lnTo>
                    <a:pt x="2147130" y="588512"/>
                  </a:lnTo>
                  <a:lnTo>
                    <a:pt x="1665755" y="1177024"/>
                  </a:lnTo>
                  <a:close/>
                </a:path>
              </a:pathLst>
            </a:custGeom>
            <a:solidFill>
              <a:srgbClr val="3CD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05891" y="7629198"/>
              <a:ext cx="2147570" cy="1177290"/>
            </a:xfrm>
            <a:custGeom>
              <a:avLst/>
              <a:gdLst/>
              <a:ahLst/>
              <a:cxnLst/>
              <a:rect l="l" t="t" r="r" b="b"/>
              <a:pathLst>
                <a:path w="2147570" h="1177290">
                  <a:moveTo>
                    <a:pt x="1665755" y="1177024"/>
                  </a:moveTo>
                  <a:lnTo>
                    <a:pt x="0" y="1177024"/>
                  </a:lnTo>
                  <a:lnTo>
                    <a:pt x="454196" y="621783"/>
                  </a:lnTo>
                  <a:lnTo>
                    <a:pt x="463310" y="605804"/>
                  </a:lnTo>
                  <a:lnTo>
                    <a:pt x="466349" y="588515"/>
                  </a:lnTo>
                  <a:lnTo>
                    <a:pt x="463310" y="571232"/>
                  </a:lnTo>
                  <a:lnTo>
                    <a:pt x="454196" y="555267"/>
                  </a:lnTo>
                  <a:lnTo>
                    <a:pt x="0" y="0"/>
                  </a:lnTo>
                  <a:lnTo>
                    <a:pt x="1665755" y="0"/>
                  </a:lnTo>
                  <a:lnTo>
                    <a:pt x="2147130" y="588512"/>
                  </a:lnTo>
                  <a:lnTo>
                    <a:pt x="1665755" y="1177024"/>
                  </a:lnTo>
                  <a:close/>
                </a:path>
              </a:pathLst>
            </a:custGeom>
            <a:solidFill>
              <a:srgbClr val="2E99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73248" y="7629198"/>
              <a:ext cx="2250440" cy="1177290"/>
            </a:xfrm>
            <a:custGeom>
              <a:avLst/>
              <a:gdLst/>
              <a:ahLst/>
              <a:cxnLst/>
              <a:rect l="l" t="t" r="r" b="b"/>
              <a:pathLst>
                <a:path w="2250439" h="1177290">
                  <a:moveTo>
                    <a:pt x="1768541" y="1177024"/>
                  </a:moveTo>
                  <a:lnTo>
                    <a:pt x="0" y="1177024"/>
                  </a:lnTo>
                  <a:lnTo>
                    <a:pt x="390306" y="640621"/>
                  </a:lnTo>
                  <a:lnTo>
                    <a:pt x="403008" y="615599"/>
                  </a:lnTo>
                  <a:lnTo>
                    <a:pt x="407242" y="588512"/>
                  </a:lnTo>
                  <a:lnTo>
                    <a:pt x="403008" y="561425"/>
                  </a:lnTo>
                  <a:lnTo>
                    <a:pt x="390306" y="536404"/>
                  </a:lnTo>
                  <a:lnTo>
                    <a:pt x="0" y="0"/>
                  </a:lnTo>
                  <a:lnTo>
                    <a:pt x="1768541" y="0"/>
                  </a:lnTo>
                  <a:lnTo>
                    <a:pt x="2249917" y="588512"/>
                  </a:lnTo>
                  <a:lnTo>
                    <a:pt x="1768541" y="1177024"/>
                  </a:lnTo>
                  <a:close/>
                </a:path>
              </a:pathLst>
            </a:custGeom>
            <a:solidFill>
              <a:srgbClr val="336F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4737853" y="239712"/>
            <a:ext cx="823658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 </a:t>
            </a:r>
            <a:r>
              <a:rPr dirty="0" spc="-10"/>
              <a:t>APPROACH</a:t>
            </a:r>
          </a:p>
        </p:txBody>
      </p:sp>
      <p:sp>
        <p:nvSpPr>
          <p:cNvPr id="13" name="object 13"/>
          <p:cNvSpPr/>
          <p:nvPr/>
        </p:nvSpPr>
        <p:spPr>
          <a:xfrm>
            <a:off x="70756" y="0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6"/>
                </a:moveTo>
                <a:lnTo>
                  <a:pt x="1908817" y="699962"/>
                </a:lnTo>
                <a:lnTo>
                  <a:pt x="1888573" y="772767"/>
                </a:lnTo>
                <a:lnTo>
                  <a:pt x="1873709" y="808005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0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3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8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8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2656" y="349250"/>
            <a:ext cx="11918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CypherX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08444" y="0"/>
            <a:ext cx="3373746" cy="156686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883263" y="1937825"/>
            <a:ext cx="556006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0" b="1">
                <a:latin typeface="Arial"/>
                <a:cs typeface="Arial"/>
              </a:rPr>
              <a:t>Techstack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and</a:t>
            </a:r>
            <a:r>
              <a:rPr dirty="0" sz="3400" spc="-8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Ui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mockups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245740" y="4025091"/>
            <a:ext cx="1565910" cy="152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Arial"/>
                <a:cs typeface="Arial"/>
              </a:rPr>
              <a:t>Frontend</a:t>
            </a:r>
            <a:endParaRPr sz="2800">
              <a:latin typeface="Arial"/>
              <a:cs typeface="Arial"/>
            </a:endParaRPr>
          </a:p>
          <a:p>
            <a:pPr marL="103505" marR="95885" indent="22860">
              <a:lnSpc>
                <a:spcPts val="3150"/>
              </a:lnSpc>
              <a:spcBef>
                <a:spcPts val="2245"/>
              </a:spcBef>
            </a:pPr>
            <a:r>
              <a:rPr dirty="0" sz="2650" spc="-10">
                <a:latin typeface="Arial MT"/>
                <a:cs typeface="Arial MT"/>
              </a:rPr>
              <a:t>React.js/ HTML+js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22280" y="3949443"/>
            <a:ext cx="1508125" cy="177546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dirty="0" sz="2800" spc="-10" b="1">
                <a:latin typeface="Arial"/>
                <a:cs typeface="Arial"/>
              </a:rPr>
              <a:t>Backend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ts val="3100"/>
              </a:lnSpc>
              <a:spcBef>
                <a:spcPts val="550"/>
              </a:spcBef>
            </a:pPr>
            <a:r>
              <a:rPr dirty="0" sz="2600" spc="-10">
                <a:latin typeface="Arial MT"/>
                <a:cs typeface="Arial MT"/>
              </a:rPr>
              <a:t>Node.js</a:t>
            </a:r>
            <a:endParaRPr sz="2600">
              <a:latin typeface="Arial MT"/>
              <a:cs typeface="Arial MT"/>
            </a:endParaRPr>
          </a:p>
          <a:p>
            <a:pPr algn="ctr" marR="83820">
              <a:lnSpc>
                <a:spcPts val="3075"/>
              </a:lnSpc>
            </a:pPr>
            <a:r>
              <a:rPr dirty="0" sz="2600" spc="-50">
                <a:latin typeface="Arial MT"/>
                <a:cs typeface="Arial MT"/>
              </a:rPr>
              <a:t>+</a:t>
            </a:r>
            <a:endParaRPr sz="2600">
              <a:latin typeface="Arial MT"/>
              <a:cs typeface="Arial MT"/>
            </a:endParaRPr>
          </a:p>
          <a:p>
            <a:pPr algn="ctr">
              <a:lnSpc>
                <a:spcPts val="3095"/>
              </a:lnSpc>
            </a:pPr>
            <a:r>
              <a:rPr dirty="0" sz="2600" spc="-10">
                <a:latin typeface="Arial MT"/>
                <a:cs typeface="Arial MT"/>
              </a:rPr>
              <a:t>Web3.js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60078" y="3949443"/>
            <a:ext cx="1606550" cy="177546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algn="ctr" marL="12700" marR="5080">
              <a:lnSpc>
                <a:spcPct val="107500"/>
              </a:lnSpc>
              <a:spcBef>
                <a:spcPts val="440"/>
              </a:spcBef>
            </a:pPr>
            <a:r>
              <a:rPr dirty="0" sz="2800" spc="-10" b="1">
                <a:latin typeface="Arial"/>
                <a:cs typeface="Arial"/>
              </a:rPr>
              <a:t>Database </a:t>
            </a:r>
            <a:r>
              <a:rPr dirty="0" sz="2600" spc="-10">
                <a:latin typeface="Arial MT"/>
                <a:cs typeface="Arial MT"/>
              </a:rPr>
              <a:t>SQLite, SQLAlche</a:t>
            </a:r>
            <a:endParaRPr sz="2600">
              <a:latin typeface="Arial MT"/>
              <a:cs typeface="Arial MT"/>
            </a:endParaRPr>
          </a:p>
          <a:p>
            <a:pPr algn="ctr">
              <a:lnSpc>
                <a:spcPts val="3075"/>
              </a:lnSpc>
            </a:pPr>
            <a:r>
              <a:rPr dirty="0" sz="2600" spc="-10">
                <a:latin typeface="Arial MT"/>
                <a:cs typeface="Arial MT"/>
              </a:rPr>
              <a:t>-</a:t>
            </a:r>
            <a:r>
              <a:rPr dirty="0" sz="2600">
                <a:latin typeface="Arial MT"/>
                <a:cs typeface="Arial MT"/>
              </a:rPr>
              <a:t>my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ORM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93703" y="4025091"/>
            <a:ext cx="1482090" cy="182054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03200" marR="5080" indent="-191135">
              <a:lnSpc>
                <a:spcPct val="97600"/>
              </a:lnSpc>
              <a:spcBef>
                <a:spcPts val="180"/>
              </a:spcBef>
            </a:pPr>
            <a:r>
              <a:rPr dirty="0" sz="2800" spc="-10" b="1">
                <a:latin typeface="Arial"/>
                <a:cs typeface="Arial"/>
              </a:rPr>
              <a:t>Security </a:t>
            </a:r>
            <a:r>
              <a:rPr dirty="0" sz="2300" spc="-25">
                <a:latin typeface="Arial MT"/>
                <a:cs typeface="Arial MT"/>
              </a:rPr>
              <a:t>SHA-</a:t>
            </a:r>
            <a:r>
              <a:rPr dirty="0" sz="2300" spc="-20">
                <a:latin typeface="Arial MT"/>
                <a:cs typeface="Arial MT"/>
              </a:rPr>
              <a:t>256, </a:t>
            </a:r>
            <a:r>
              <a:rPr dirty="0" sz="2300">
                <a:latin typeface="Arial MT"/>
                <a:cs typeface="Arial MT"/>
              </a:rPr>
              <a:t>HMAC-</a:t>
            </a:r>
            <a:r>
              <a:rPr dirty="0" sz="2300" spc="-10">
                <a:latin typeface="Arial MT"/>
                <a:cs typeface="Arial MT"/>
              </a:rPr>
              <a:t>SHA256, PBKDF2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49403" y="3975949"/>
            <a:ext cx="1651635" cy="173736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dirty="0" sz="2400" spc="-10" b="1">
                <a:latin typeface="Arial"/>
                <a:cs typeface="Arial"/>
              </a:rPr>
              <a:t>Blockchain</a:t>
            </a:r>
            <a:endParaRPr sz="2400">
              <a:latin typeface="Arial"/>
              <a:cs typeface="Arial"/>
            </a:endParaRPr>
          </a:p>
          <a:p>
            <a:pPr algn="ctr" marL="256540" marR="248920">
              <a:lnSpc>
                <a:spcPts val="3070"/>
              </a:lnSpc>
              <a:spcBef>
                <a:spcPts val="835"/>
              </a:spcBef>
            </a:pPr>
            <a:r>
              <a:rPr dirty="0" sz="2600" spc="-10">
                <a:latin typeface="Arial MT"/>
                <a:cs typeface="Arial MT"/>
              </a:rPr>
              <a:t>Custom </a:t>
            </a:r>
            <a:r>
              <a:rPr dirty="0" sz="2600" spc="-25">
                <a:latin typeface="Arial MT"/>
                <a:cs typeface="Arial MT"/>
              </a:rPr>
              <a:t>PoW </a:t>
            </a:r>
            <a:r>
              <a:rPr dirty="0" sz="2600" spc="-10">
                <a:latin typeface="Arial MT"/>
                <a:cs typeface="Arial MT"/>
              </a:rPr>
              <a:t>engine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38138" y="4239879"/>
            <a:ext cx="3422650" cy="1113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1099"/>
              </a:lnSpc>
              <a:spcBef>
                <a:spcPts val="100"/>
              </a:spcBef>
            </a:pPr>
            <a:r>
              <a:rPr dirty="0" sz="2350">
                <a:latin typeface="Arial MT"/>
                <a:cs typeface="Arial MT"/>
              </a:rPr>
              <a:t>Smart</a:t>
            </a:r>
            <a:r>
              <a:rPr dirty="0" sz="2350" spc="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contract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generates </a:t>
            </a:r>
            <a:r>
              <a:rPr dirty="0" sz="2350">
                <a:latin typeface="Arial MT"/>
                <a:cs typeface="Arial MT"/>
              </a:rPr>
              <a:t>SHA-256</a:t>
            </a:r>
            <a:r>
              <a:rPr dirty="0" sz="2350" spc="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hash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&amp;</a:t>
            </a:r>
            <a:r>
              <a:rPr dirty="0" sz="2350" spc="1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mints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 spc="-35">
                <a:latin typeface="Arial MT"/>
                <a:cs typeface="Arial MT"/>
              </a:rPr>
              <a:t>it </a:t>
            </a:r>
            <a:r>
              <a:rPr dirty="0" sz="2350">
                <a:latin typeface="Arial MT"/>
                <a:cs typeface="Arial MT"/>
              </a:rPr>
              <a:t>on </a:t>
            </a:r>
            <a:r>
              <a:rPr dirty="0" sz="2350" spc="-10">
                <a:latin typeface="Arial MT"/>
                <a:cs typeface="Arial MT"/>
              </a:rPr>
              <a:t>Polygon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633203" y="5694393"/>
            <a:ext cx="3691254" cy="73596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225"/>
              </a:spcBef>
            </a:pPr>
            <a:r>
              <a:rPr dirty="0" sz="2350">
                <a:latin typeface="Arial MT"/>
                <a:cs typeface="Arial MT"/>
              </a:rPr>
              <a:t>Certificate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PDF</a:t>
            </a:r>
            <a:r>
              <a:rPr dirty="0" sz="2350" spc="-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is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AES-</a:t>
            </a:r>
            <a:r>
              <a:rPr dirty="0" sz="2350" spc="-25">
                <a:latin typeface="Arial MT"/>
                <a:cs typeface="Arial MT"/>
              </a:rPr>
              <a:t>256 </a:t>
            </a:r>
            <a:r>
              <a:rPr dirty="0" sz="2350">
                <a:latin typeface="Arial MT"/>
                <a:cs typeface="Arial MT"/>
              </a:rPr>
              <a:t>encrypted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&amp;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stored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on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IPFS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04653" y="7018346"/>
            <a:ext cx="3865245" cy="761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45"/>
              </a:lnSpc>
              <a:spcBef>
                <a:spcPts val="100"/>
              </a:spcBef>
            </a:pPr>
            <a:r>
              <a:rPr dirty="0" sz="2350">
                <a:latin typeface="Arial MT"/>
                <a:cs typeface="Arial MT"/>
              </a:rPr>
              <a:t>Student</a:t>
            </a:r>
            <a:r>
              <a:rPr dirty="0" sz="2350" spc="-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receives</a:t>
            </a:r>
            <a:r>
              <a:rPr dirty="0" sz="2350" spc="-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certificate</a:t>
            </a:r>
            <a:r>
              <a:rPr dirty="0" sz="2350" spc="-80">
                <a:latin typeface="Arial MT"/>
                <a:cs typeface="Arial MT"/>
              </a:rPr>
              <a:t> </a:t>
            </a:r>
            <a:r>
              <a:rPr dirty="0" sz="2350" spc="-50">
                <a:latin typeface="Arial MT"/>
                <a:cs typeface="Arial MT"/>
              </a:rPr>
              <a:t>+</a:t>
            </a:r>
            <a:endParaRPr sz="2350">
              <a:latin typeface="Arial MT"/>
              <a:cs typeface="Arial MT"/>
            </a:endParaRPr>
          </a:p>
          <a:p>
            <a:pPr algn="ctr" marL="82550">
              <a:lnSpc>
                <a:spcPts val="3045"/>
              </a:lnSpc>
            </a:pPr>
            <a:r>
              <a:rPr dirty="0" sz="2600">
                <a:latin typeface="Arial MT"/>
                <a:cs typeface="Arial MT"/>
              </a:rPr>
              <a:t>QR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code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digital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wallet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72131" y="8380421"/>
            <a:ext cx="3910965" cy="73596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74295" marR="5080" indent="-62230">
              <a:lnSpc>
                <a:spcPts val="2770"/>
              </a:lnSpc>
              <a:spcBef>
                <a:spcPts val="229"/>
              </a:spcBef>
            </a:pPr>
            <a:r>
              <a:rPr dirty="0" sz="2350">
                <a:latin typeface="Arial MT"/>
                <a:cs typeface="Arial MT"/>
              </a:rPr>
              <a:t>Employer</a:t>
            </a:r>
            <a:r>
              <a:rPr dirty="0" sz="2350" spc="-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scans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QR</a:t>
            </a:r>
            <a:r>
              <a:rPr dirty="0" sz="2350" spc="-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/</a:t>
            </a:r>
            <a:r>
              <a:rPr dirty="0" sz="2350" spc="58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instant </a:t>
            </a:r>
            <a:r>
              <a:rPr dirty="0" sz="2350" spc="-20">
                <a:latin typeface="Arial MT"/>
                <a:cs typeface="Arial MT"/>
              </a:rPr>
              <a:t>on-</a:t>
            </a:r>
            <a:r>
              <a:rPr dirty="0" sz="2350">
                <a:latin typeface="Arial MT"/>
                <a:cs typeface="Arial MT"/>
              </a:rPr>
              <a:t>chain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verification</a:t>
            </a:r>
            <a:r>
              <a:rPr dirty="0" sz="2350" spc="-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(~3</a:t>
            </a:r>
            <a:r>
              <a:rPr dirty="0" sz="2350" spc="-6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sec)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831772" y="1765131"/>
            <a:ext cx="4712970" cy="200342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763905" indent="1116330">
              <a:lnSpc>
                <a:spcPts val="3829"/>
              </a:lnSpc>
              <a:spcBef>
                <a:spcPts val="235"/>
              </a:spcBef>
            </a:pPr>
            <a:r>
              <a:rPr dirty="0" sz="3200" spc="-10" b="1">
                <a:latin typeface="Arial"/>
                <a:cs typeface="Arial"/>
              </a:rPr>
              <a:t>Process/ </a:t>
            </a:r>
            <a:r>
              <a:rPr dirty="0" sz="3200" b="1">
                <a:latin typeface="Arial"/>
                <a:cs typeface="Arial"/>
              </a:rPr>
              <a:t>Implementation</a:t>
            </a:r>
            <a:r>
              <a:rPr dirty="0" sz="3200" spc="-130" b="1">
                <a:latin typeface="Arial"/>
                <a:cs typeface="Arial"/>
              </a:rPr>
              <a:t> </a:t>
            </a:r>
            <a:r>
              <a:rPr dirty="0" sz="3200" spc="-20" b="1">
                <a:latin typeface="Arial"/>
                <a:cs typeface="Arial"/>
              </a:rPr>
              <a:t>flow</a:t>
            </a:r>
            <a:endParaRPr sz="3200">
              <a:latin typeface="Arial"/>
              <a:cs typeface="Arial"/>
            </a:endParaRPr>
          </a:p>
          <a:p>
            <a:pPr marL="831850" marR="5080" indent="-213360">
              <a:lnSpc>
                <a:spcPts val="2750"/>
              </a:lnSpc>
              <a:spcBef>
                <a:spcPts val="2365"/>
              </a:spcBef>
            </a:pPr>
            <a:r>
              <a:rPr dirty="0" sz="2300">
                <a:latin typeface="Arial MT"/>
                <a:cs typeface="Arial MT"/>
              </a:rPr>
              <a:t>University fills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certificate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details </a:t>
            </a:r>
            <a:r>
              <a:rPr dirty="0" sz="2300">
                <a:latin typeface="Arial MT"/>
                <a:cs typeface="Arial MT"/>
              </a:rPr>
              <a:t>&amp;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signs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digitally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(private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key)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12852" y="6628326"/>
            <a:ext cx="279019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10" b="1">
                <a:latin typeface="Arial"/>
                <a:cs typeface="Arial"/>
              </a:rPr>
              <a:t>Methodology</a:t>
            </a:r>
            <a:endParaRPr sz="3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25908" y="7764439"/>
            <a:ext cx="1582420" cy="6597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68275" marR="5080" indent="-156210">
              <a:lnSpc>
                <a:spcPts val="2480"/>
              </a:lnSpc>
              <a:spcBef>
                <a:spcPts val="215"/>
              </a:spcBef>
            </a:pP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Synchronous Processing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91731" y="7767677"/>
            <a:ext cx="16065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125" marR="5080" indent="-35306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Arial MT"/>
                <a:cs typeface="Arial MT"/>
              </a:rPr>
              <a:t>Cryptographic Tamper Proofing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79343" y="7872005"/>
            <a:ext cx="1478280" cy="6597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 indent="103505">
              <a:lnSpc>
                <a:spcPts val="2480"/>
              </a:lnSpc>
              <a:spcBef>
                <a:spcPts val="215"/>
              </a:spcBef>
            </a:pP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Seamless Notifications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924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 AND </a:t>
            </a:r>
            <a:r>
              <a:rPr dirty="0" spc="-10"/>
              <a:t>VIABILITY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70756" y="0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6"/>
                </a:moveTo>
                <a:lnTo>
                  <a:pt x="1908817" y="699962"/>
                </a:lnTo>
                <a:lnTo>
                  <a:pt x="1888573" y="772767"/>
                </a:lnTo>
                <a:lnTo>
                  <a:pt x="1873709" y="808005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0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3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8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8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2656" y="349250"/>
            <a:ext cx="11918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CypherX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2870" y="0"/>
            <a:ext cx="3373746" cy="15825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1643062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219755" y="1894583"/>
            <a:ext cx="5581650" cy="1777364"/>
            <a:chOff x="219755" y="1894583"/>
            <a:chExt cx="5581650" cy="1777364"/>
          </a:xfrm>
        </p:grpSpPr>
        <p:sp>
          <p:nvSpPr>
            <p:cNvPr id="8" name="object 8"/>
            <p:cNvSpPr/>
            <p:nvPr/>
          </p:nvSpPr>
          <p:spPr>
            <a:xfrm>
              <a:off x="445509" y="2251037"/>
              <a:ext cx="5355590" cy="1421130"/>
            </a:xfrm>
            <a:custGeom>
              <a:avLst/>
              <a:gdLst/>
              <a:ahLst/>
              <a:cxnLst/>
              <a:rect l="l" t="t" r="r" b="b"/>
              <a:pathLst>
                <a:path w="5355590" h="1421129">
                  <a:moveTo>
                    <a:pt x="4577890" y="1420724"/>
                  </a:moveTo>
                  <a:lnTo>
                    <a:pt x="251215" y="1420724"/>
                  </a:lnTo>
                  <a:lnTo>
                    <a:pt x="205262" y="1416627"/>
                  </a:lnTo>
                  <a:lnTo>
                    <a:pt x="162075" y="1404811"/>
                  </a:lnTo>
                  <a:lnTo>
                    <a:pt x="122348" y="1385994"/>
                  </a:lnTo>
                  <a:lnTo>
                    <a:pt x="86779" y="1360891"/>
                  </a:lnTo>
                  <a:lnTo>
                    <a:pt x="56063" y="1330218"/>
                  </a:lnTo>
                  <a:lnTo>
                    <a:pt x="30898" y="1294692"/>
                  </a:lnTo>
                  <a:lnTo>
                    <a:pt x="11977" y="1255029"/>
                  </a:lnTo>
                  <a:lnTo>
                    <a:pt x="0" y="1211944"/>
                  </a:lnTo>
                  <a:lnTo>
                    <a:pt x="10476" y="1213907"/>
                  </a:lnTo>
                  <a:lnTo>
                    <a:pt x="21429" y="1214914"/>
                  </a:lnTo>
                  <a:lnTo>
                    <a:pt x="44132" y="1215339"/>
                  </a:lnTo>
                  <a:lnTo>
                    <a:pt x="4370807" y="1215339"/>
                  </a:lnTo>
                  <a:lnTo>
                    <a:pt x="4423866" y="1213554"/>
                  </a:lnTo>
                  <a:lnTo>
                    <a:pt x="4476022" y="1208274"/>
                  </a:lnTo>
                  <a:lnTo>
                    <a:pt x="4527154" y="1199611"/>
                  </a:lnTo>
                  <a:lnTo>
                    <a:pt x="4577136" y="1187677"/>
                  </a:lnTo>
                  <a:lnTo>
                    <a:pt x="4625845" y="1172584"/>
                  </a:lnTo>
                  <a:lnTo>
                    <a:pt x="4673157" y="1154444"/>
                  </a:lnTo>
                  <a:lnTo>
                    <a:pt x="4718948" y="1133369"/>
                  </a:lnTo>
                  <a:lnTo>
                    <a:pt x="4763095" y="1109471"/>
                  </a:lnTo>
                  <a:lnTo>
                    <a:pt x="4805474" y="1082862"/>
                  </a:lnTo>
                  <a:lnTo>
                    <a:pt x="4845961" y="1053653"/>
                  </a:lnTo>
                  <a:lnTo>
                    <a:pt x="4884433" y="1021958"/>
                  </a:lnTo>
                  <a:lnTo>
                    <a:pt x="4920765" y="987887"/>
                  </a:lnTo>
                  <a:lnTo>
                    <a:pt x="4954836" y="951587"/>
                  </a:lnTo>
                  <a:lnTo>
                    <a:pt x="4986531" y="913201"/>
                  </a:lnTo>
                  <a:lnTo>
                    <a:pt x="5015740" y="872835"/>
                  </a:lnTo>
                  <a:lnTo>
                    <a:pt x="5042349" y="830594"/>
                  </a:lnTo>
                  <a:lnTo>
                    <a:pt x="5066247" y="786586"/>
                  </a:lnTo>
                  <a:lnTo>
                    <a:pt x="5087322" y="740915"/>
                  </a:lnTo>
                  <a:lnTo>
                    <a:pt x="5105462" y="693688"/>
                  </a:lnTo>
                  <a:lnTo>
                    <a:pt x="5120555" y="645012"/>
                  </a:lnTo>
                  <a:lnTo>
                    <a:pt x="5132489" y="594992"/>
                  </a:lnTo>
                  <a:lnTo>
                    <a:pt x="5141152" y="543734"/>
                  </a:lnTo>
                  <a:lnTo>
                    <a:pt x="5146432" y="491344"/>
                  </a:lnTo>
                  <a:lnTo>
                    <a:pt x="5148217" y="437929"/>
                  </a:lnTo>
                  <a:lnTo>
                    <a:pt x="5146412" y="384576"/>
                  </a:lnTo>
                  <a:lnTo>
                    <a:pt x="5141073" y="332103"/>
                  </a:lnTo>
                  <a:lnTo>
                    <a:pt x="5132311" y="280636"/>
                  </a:lnTo>
                  <a:lnTo>
                    <a:pt x="5120239" y="230301"/>
                  </a:lnTo>
                  <a:lnTo>
                    <a:pt x="5104967" y="181223"/>
                  </a:lnTo>
                  <a:lnTo>
                    <a:pt x="5086607" y="133528"/>
                  </a:lnTo>
                  <a:lnTo>
                    <a:pt x="5065272" y="87342"/>
                  </a:lnTo>
                  <a:lnTo>
                    <a:pt x="5041073" y="42791"/>
                  </a:lnTo>
                  <a:lnTo>
                    <a:pt x="5014122" y="0"/>
                  </a:lnTo>
                  <a:lnTo>
                    <a:pt x="5051800" y="27513"/>
                  </a:lnTo>
                  <a:lnTo>
                    <a:pt x="5087750" y="57161"/>
                  </a:lnTo>
                  <a:lnTo>
                    <a:pt x="5121875" y="88847"/>
                  </a:lnTo>
                  <a:lnTo>
                    <a:pt x="5154078" y="122478"/>
                  </a:lnTo>
                  <a:lnTo>
                    <a:pt x="5184262" y="157958"/>
                  </a:lnTo>
                  <a:lnTo>
                    <a:pt x="5212330" y="195194"/>
                  </a:lnTo>
                  <a:lnTo>
                    <a:pt x="5238185" y="234091"/>
                  </a:lnTo>
                  <a:lnTo>
                    <a:pt x="5261730" y="274554"/>
                  </a:lnTo>
                  <a:lnTo>
                    <a:pt x="5282869" y="316489"/>
                  </a:lnTo>
                  <a:lnTo>
                    <a:pt x="5301503" y="359802"/>
                  </a:lnTo>
                  <a:lnTo>
                    <a:pt x="5317537" y="404398"/>
                  </a:lnTo>
                  <a:lnTo>
                    <a:pt x="5330873" y="450182"/>
                  </a:lnTo>
                  <a:lnTo>
                    <a:pt x="5341414" y="497060"/>
                  </a:lnTo>
                  <a:lnTo>
                    <a:pt x="5349064" y="544938"/>
                  </a:lnTo>
                  <a:lnTo>
                    <a:pt x="5353725" y="593721"/>
                  </a:lnTo>
                  <a:lnTo>
                    <a:pt x="5355300" y="643315"/>
                  </a:lnTo>
                  <a:lnTo>
                    <a:pt x="5353515" y="696373"/>
                  </a:lnTo>
                  <a:lnTo>
                    <a:pt x="5348235" y="748530"/>
                  </a:lnTo>
                  <a:lnTo>
                    <a:pt x="5339572" y="799661"/>
                  </a:lnTo>
                  <a:lnTo>
                    <a:pt x="5327638" y="849643"/>
                  </a:lnTo>
                  <a:lnTo>
                    <a:pt x="5312545" y="898352"/>
                  </a:lnTo>
                  <a:lnTo>
                    <a:pt x="5294405" y="945664"/>
                  </a:lnTo>
                  <a:lnTo>
                    <a:pt x="5273330" y="991456"/>
                  </a:lnTo>
                  <a:lnTo>
                    <a:pt x="5249432" y="1035603"/>
                  </a:lnTo>
                  <a:lnTo>
                    <a:pt x="5222823" y="1077982"/>
                  </a:lnTo>
                  <a:lnTo>
                    <a:pt x="5193614" y="1118469"/>
                  </a:lnTo>
                  <a:lnTo>
                    <a:pt x="5161919" y="1156941"/>
                  </a:lnTo>
                  <a:lnTo>
                    <a:pt x="5127848" y="1193273"/>
                  </a:lnTo>
                  <a:lnTo>
                    <a:pt x="5091548" y="1227343"/>
                  </a:lnTo>
                  <a:lnTo>
                    <a:pt x="5053162" y="1259039"/>
                  </a:lnTo>
                  <a:lnTo>
                    <a:pt x="5012796" y="1288248"/>
                  </a:lnTo>
                  <a:lnTo>
                    <a:pt x="4970556" y="1314857"/>
                  </a:lnTo>
                  <a:lnTo>
                    <a:pt x="4926547" y="1338755"/>
                  </a:lnTo>
                  <a:lnTo>
                    <a:pt x="4880876" y="1359830"/>
                  </a:lnTo>
                  <a:lnTo>
                    <a:pt x="4833650" y="1377970"/>
                  </a:lnTo>
                  <a:lnTo>
                    <a:pt x="4784973" y="1393063"/>
                  </a:lnTo>
                  <a:lnTo>
                    <a:pt x="4734953" y="1404997"/>
                  </a:lnTo>
                  <a:lnTo>
                    <a:pt x="4683695" y="1413660"/>
                  </a:lnTo>
                  <a:lnTo>
                    <a:pt x="4631305" y="1418940"/>
                  </a:lnTo>
                  <a:lnTo>
                    <a:pt x="4577890" y="1420724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36729" y="1911557"/>
              <a:ext cx="5358765" cy="1553210"/>
            </a:xfrm>
            <a:custGeom>
              <a:avLst/>
              <a:gdLst/>
              <a:ahLst/>
              <a:cxnLst/>
              <a:rect l="l" t="t" r="r" b="b"/>
              <a:pathLst>
                <a:path w="5358765" h="1553210">
                  <a:moveTo>
                    <a:pt x="4581285" y="1553121"/>
                  </a:moveTo>
                  <a:lnTo>
                    <a:pt x="254610" y="1553121"/>
                  </a:lnTo>
                  <a:lnTo>
                    <a:pt x="208773" y="1549028"/>
                  </a:lnTo>
                  <a:lnTo>
                    <a:pt x="165660" y="1537223"/>
                  </a:lnTo>
                  <a:lnTo>
                    <a:pt x="125984" y="1518419"/>
                  </a:lnTo>
                  <a:lnTo>
                    <a:pt x="90458" y="1493328"/>
                  </a:lnTo>
                  <a:lnTo>
                    <a:pt x="59793" y="1462663"/>
                  </a:lnTo>
                  <a:lnTo>
                    <a:pt x="34702" y="1427137"/>
                  </a:lnTo>
                  <a:lnTo>
                    <a:pt x="15898" y="1387461"/>
                  </a:lnTo>
                  <a:lnTo>
                    <a:pt x="4093" y="1344348"/>
                  </a:lnTo>
                  <a:lnTo>
                    <a:pt x="0" y="1298511"/>
                  </a:lnTo>
                  <a:lnTo>
                    <a:pt x="0" y="254610"/>
                  </a:lnTo>
                  <a:lnTo>
                    <a:pt x="4093" y="208773"/>
                  </a:lnTo>
                  <a:lnTo>
                    <a:pt x="15898" y="165660"/>
                  </a:lnTo>
                  <a:lnTo>
                    <a:pt x="34702" y="125984"/>
                  </a:lnTo>
                  <a:lnTo>
                    <a:pt x="59793" y="90458"/>
                  </a:lnTo>
                  <a:lnTo>
                    <a:pt x="90458" y="59793"/>
                  </a:lnTo>
                  <a:lnTo>
                    <a:pt x="125984" y="34702"/>
                  </a:lnTo>
                  <a:lnTo>
                    <a:pt x="165660" y="15898"/>
                  </a:lnTo>
                  <a:lnTo>
                    <a:pt x="208773" y="4093"/>
                  </a:lnTo>
                  <a:lnTo>
                    <a:pt x="254610" y="0"/>
                  </a:lnTo>
                  <a:lnTo>
                    <a:pt x="4581285" y="0"/>
                  </a:lnTo>
                  <a:lnTo>
                    <a:pt x="4628652" y="1418"/>
                  </a:lnTo>
                  <a:lnTo>
                    <a:pt x="4675267" y="5619"/>
                  </a:lnTo>
                  <a:lnTo>
                    <a:pt x="4721049" y="12522"/>
                  </a:lnTo>
                  <a:lnTo>
                    <a:pt x="4765917" y="22044"/>
                  </a:lnTo>
                  <a:lnTo>
                    <a:pt x="4809789" y="34106"/>
                  </a:lnTo>
                  <a:lnTo>
                    <a:pt x="4852585" y="48626"/>
                  </a:lnTo>
                  <a:lnTo>
                    <a:pt x="4894222" y="65522"/>
                  </a:lnTo>
                  <a:lnTo>
                    <a:pt x="4934621" y="84713"/>
                  </a:lnTo>
                  <a:lnTo>
                    <a:pt x="4973699" y="106119"/>
                  </a:lnTo>
                  <a:lnTo>
                    <a:pt x="5011375" y="129657"/>
                  </a:lnTo>
                  <a:lnTo>
                    <a:pt x="5047568" y="155246"/>
                  </a:lnTo>
                  <a:lnTo>
                    <a:pt x="5082197" y="182807"/>
                  </a:lnTo>
                  <a:lnTo>
                    <a:pt x="5115181" y="212256"/>
                  </a:lnTo>
                  <a:lnTo>
                    <a:pt x="5146438" y="243513"/>
                  </a:lnTo>
                  <a:lnTo>
                    <a:pt x="5175887" y="276497"/>
                  </a:lnTo>
                  <a:lnTo>
                    <a:pt x="5203447" y="311126"/>
                  </a:lnTo>
                  <a:lnTo>
                    <a:pt x="5229037" y="347319"/>
                  </a:lnTo>
                  <a:lnTo>
                    <a:pt x="5252575" y="384995"/>
                  </a:lnTo>
                  <a:lnTo>
                    <a:pt x="5273981" y="424073"/>
                  </a:lnTo>
                  <a:lnTo>
                    <a:pt x="5293172" y="464471"/>
                  </a:lnTo>
                  <a:lnTo>
                    <a:pt x="5310068" y="506109"/>
                  </a:lnTo>
                  <a:lnTo>
                    <a:pt x="5324588" y="548905"/>
                  </a:lnTo>
                  <a:lnTo>
                    <a:pt x="5336649" y="592777"/>
                  </a:lnTo>
                  <a:lnTo>
                    <a:pt x="5346172" y="637645"/>
                  </a:lnTo>
                  <a:lnTo>
                    <a:pt x="5353075" y="683427"/>
                  </a:lnTo>
                  <a:lnTo>
                    <a:pt x="5357276" y="730042"/>
                  </a:lnTo>
                  <a:lnTo>
                    <a:pt x="5358694" y="777409"/>
                  </a:lnTo>
                  <a:lnTo>
                    <a:pt x="5357276" y="824769"/>
                  </a:lnTo>
                  <a:lnTo>
                    <a:pt x="5353075" y="871365"/>
                  </a:lnTo>
                  <a:lnTo>
                    <a:pt x="5346172" y="917115"/>
                  </a:lnTo>
                  <a:lnTo>
                    <a:pt x="5336650" y="961941"/>
                  </a:lnTo>
                  <a:lnTo>
                    <a:pt x="5324588" y="1005761"/>
                  </a:lnTo>
                  <a:lnTo>
                    <a:pt x="5310068" y="1048495"/>
                  </a:lnTo>
                  <a:lnTo>
                    <a:pt x="5293172" y="1090064"/>
                  </a:lnTo>
                  <a:lnTo>
                    <a:pt x="5273981" y="1130387"/>
                  </a:lnTo>
                  <a:lnTo>
                    <a:pt x="5252576" y="1169383"/>
                  </a:lnTo>
                  <a:lnTo>
                    <a:pt x="5229038" y="1206973"/>
                  </a:lnTo>
                  <a:lnTo>
                    <a:pt x="5203448" y="1243077"/>
                  </a:lnTo>
                  <a:lnTo>
                    <a:pt x="5175888" y="1277614"/>
                  </a:lnTo>
                  <a:lnTo>
                    <a:pt x="5146439" y="1310504"/>
                  </a:lnTo>
                  <a:lnTo>
                    <a:pt x="5115181" y="1341667"/>
                  </a:lnTo>
                  <a:lnTo>
                    <a:pt x="5082198" y="1371022"/>
                  </a:lnTo>
                  <a:lnTo>
                    <a:pt x="5047569" y="1398490"/>
                  </a:lnTo>
                  <a:lnTo>
                    <a:pt x="5011375" y="1423990"/>
                  </a:lnTo>
                  <a:lnTo>
                    <a:pt x="4973699" y="1447443"/>
                  </a:lnTo>
                  <a:lnTo>
                    <a:pt x="4934621" y="1468767"/>
                  </a:lnTo>
                  <a:lnTo>
                    <a:pt x="4894223" y="1487882"/>
                  </a:lnTo>
                  <a:lnTo>
                    <a:pt x="4852585" y="1504709"/>
                  </a:lnTo>
                  <a:lnTo>
                    <a:pt x="4809790" y="1519168"/>
                  </a:lnTo>
                  <a:lnTo>
                    <a:pt x="4765917" y="1531177"/>
                  </a:lnTo>
                  <a:lnTo>
                    <a:pt x="4721049" y="1540658"/>
                  </a:lnTo>
                  <a:lnTo>
                    <a:pt x="4675267" y="1547529"/>
                  </a:lnTo>
                  <a:lnTo>
                    <a:pt x="4628652" y="1551710"/>
                  </a:lnTo>
                  <a:lnTo>
                    <a:pt x="4581285" y="155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9755" y="1894583"/>
              <a:ext cx="5393055" cy="1587500"/>
            </a:xfrm>
            <a:custGeom>
              <a:avLst/>
              <a:gdLst/>
              <a:ahLst/>
              <a:cxnLst/>
              <a:rect l="l" t="t" r="r" b="b"/>
              <a:pathLst>
                <a:path w="5393055" h="1587500">
                  <a:moveTo>
                    <a:pt x="4598259" y="1587070"/>
                  </a:moveTo>
                  <a:lnTo>
                    <a:pt x="271584" y="1587070"/>
                  </a:lnTo>
                  <a:lnTo>
                    <a:pt x="222930" y="1582674"/>
                  </a:lnTo>
                  <a:lnTo>
                    <a:pt x="177069" y="1570007"/>
                  </a:lnTo>
                  <a:lnTo>
                    <a:pt x="134786" y="1549852"/>
                  </a:lnTo>
                  <a:lnTo>
                    <a:pt x="96861" y="1522992"/>
                  </a:lnTo>
                  <a:lnTo>
                    <a:pt x="64077" y="1490208"/>
                  </a:lnTo>
                  <a:lnTo>
                    <a:pt x="37217" y="1452283"/>
                  </a:lnTo>
                  <a:lnTo>
                    <a:pt x="17062" y="1410000"/>
                  </a:lnTo>
                  <a:lnTo>
                    <a:pt x="4396" y="1364140"/>
                  </a:lnTo>
                  <a:lnTo>
                    <a:pt x="0" y="1315485"/>
                  </a:lnTo>
                  <a:lnTo>
                    <a:pt x="0" y="271584"/>
                  </a:lnTo>
                  <a:lnTo>
                    <a:pt x="4313" y="223848"/>
                  </a:lnTo>
                  <a:lnTo>
                    <a:pt x="17062" y="177069"/>
                  </a:lnTo>
                  <a:lnTo>
                    <a:pt x="37217" y="134786"/>
                  </a:lnTo>
                  <a:lnTo>
                    <a:pt x="64077" y="96861"/>
                  </a:lnTo>
                  <a:lnTo>
                    <a:pt x="96861" y="64077"/>
                  </a:lnTo>
                  <a:lnTo>
                    <a:pt x="134786" y="37217"/>
                  </a:lnTo>
                  <a:lnTo>
                    <a:pt x="177069" y="17062"/>
                  </a:lnTo>
                  <a:lnTo>
                    <a:pt x="222930" y="4396"/>
                  </a:lnTo>
                  <a:lnTo>
                    <a:pt x="271584" y="0"/>
                  </a:lnTo>
                  <a:lnTo>
                    <a:pt x="4598259" y="0"/>
                  </a:lnTo>
                  <a:lnTo>
                    <a:pt x="4646569" y="1452"/>
                  </a:lnTo>
                  <a:lnTo>
                    <a:pt x="4694124" y="5755"/>
                  </a:lnTo>
                  <a:lnTo>
                    <a:pt x="4740841" y="12824"/>
                  </a:lnTo>
                  <a:lnTo>
                    <a:pt x="4786636" y="22576"/>
                  </a:lnTo>
                  <a:lnTo>
                    <a:pt x="4827878" y="33948"/>
                  </a:lnTo>
                  <a:lnTo>
                    <a:pt x="271584" y="33948"/>
                  </a:lnTo>
                  <a:lnTo>
                    <a:pt x="223848" y="38798"/>
                  </a:lnTo>
                  <a:lnTo>
                    <a:pt x="179314" y="52699"/>
                  </a:lnTo>
                  <a:lnTo>
                    <a:pt x="138958" y="74675"/>
                  </a:lnTo>
                  <a:lnTo>
                    <a:pt x="103753" y="103753"/>
                  </a:lnTo>
                  <a:lnTo>
                    <a:pt x="74675" y="138958"/>
                  </a:lnTo>
                  <a:lnTo>
                    <a:pt x="52699" y="179314"/>
                  </a:lnTo>
                  <a:lnTo>
                    <a:pt x="38798" y="223848"/>
                  </a:lnTo>
                  <a:lnTo>
                    <a:pt x="33948" y="271584"/>
                  </a:lnTo>
                  <a:lnTo>
                    <a:pt x="33948" y="1315485"/>
                  </a:lnTo>
                  <a:lnTo>
                    <a:pt x="38798" y="1363221"/>
                  </a:lnTo>
                  <a:lnTo>
                    <a:pt x="52699" y="1407755"/>
                  </a:lnTo>
                  <a:lnTo>
                    <a:pt x="74675" y="1448111"/>
                  </a:lnTo>
                  <a:lnTo>
                    <a:pt x="103753" y="1483316"/>
                  </a:lnTo>
                  <a:lnTo>
                    <a:pt x="138958" y="1512394"/>
                  </a:lnTo>
                  <a:lnTo>
                    <a:pt x="179314" y="1534371"/>
                  </a:lnTo>
                  <a:lnTo>
                    <a:pt x="223848" y="1548271"/>
                  </a:lnTo>
                  <a:lnTo>
                    <a:pt x="271584" y="1553122"/>
                  </a:lnTo>
                  <a:lnTo>
                    <a:pt x="4828421" y="1553122"/>
                  </a:lnTo>
                  <a:lnTo>
                    <a:pt x="4786636" y="1564594"/>
                  </a:lnTo>
                  <a:lnTo>
                    <a:pt x="4740841" y="1574303"/>
                  </a:lnTo>
                  <a:lnTo>
                    <a:pt x="4694124" y="1581340"/>
                  </a:lnTo>
                  <a:lnTo>
                    <a:pt x="4646569" y="1585623"/>
                  </a:lnTo>
                  <a:lnTo>
                    <a:pt x="4598259" y="1587070"/>
                  </a:lnTo>
                  <a:close/>
                </a:path>
                <a:path w="5393055" h="1587500">
                  <a:moveTo>
                    <a:pt x="4828421" y="1553122"/>
                  </a:moveTo>
                  <a:lnTo>
                    <a:pt x="4598259" y="1553122"/>
                  </a:lnTo>
                  <a:lnTo>
                    <a:pt x="4646274" y="1551622"/>
                  </a:lnTo>
                  <a:lnTo>
                    <a:pt x="4693505" y="1547185"/>
                  </a:lnTo>
                  <a:lnTo>
                    <a:pt x="4739864" y="1539899"/>
                  </a:lnTo>
                  <a:lnTo>
                    <a:pt x="4785261" y="1529854"/>
                  </a:lnTo>
                  <a:lnTo>
                    <a:pt x="4829605" y="1517140"/>
                  </a:lnTo>
                  <a:lnTo>
                    <a:pt x="4872807" y="1501847"/>
                  </a:lnTo>
                  <a:lnTo>
                    <a:pt x="4914777" y="1484065"/>
                  </a:lnTo>
                  <a:lnTo>
                    <a:pt x="4955426" y="1463883"/>
                  </a:lnTo>
                  <a:lnTo>
                    <a:pt x="4994663" y="1441392"/>
                  </a:lnTo>
                  <a:lnTo>
                    <a:pt x="5032398" y="1416680"/>
                  </a:lnTo>
                  <a:lnTo>
                    <a:pt x="5068543" y="1389839"/>
                  </a:lnTo>
                  <a:lnTo>
                    <a:pt x="5103006" y="1360958"/>
                  </a:lnTo>
                  <a:lnTo>
                    <a:pt x="5135699" y="1330125"/>
                  </a:lnTo>
                  <a:lnTo>
                    <a:pt x="5166531" y="1297433"/>
                  </a:lnTo>
                  <a:lnTo>
                    <a:pt x="5195412" y="1262969"/>
                  </a:lnTo>
                  <a:lnTo>
                    <a:pt x="5222254" y="1226825"/>
                  </a:lnTo>
                  <a:lnTo>
                    <a:pt x="5246965" y="1189089"/>
                  </a:lnTo>
                  <a:lnTo>
                    <a:pt x="5269456" y="1149852"/>
                  </a:lnTo>
                  <a:lnTo>
                    <a:pt x="5289638" y="1109204"/>
                  </a:lnTo>
                  <a:lnTo>
                    <a:pt x="5307420" y="1067234"/>
                  </a:lnTo>
                  <a:lnTo>
                    <a:pt x="5322713" y="1024032"/>
                  </a:lnTo>
                  <a:lnTo>
                    <a:pt x="5335427" y="979687"/>
                  </a:lnTo>
                  <a:lnTo>
                    <a:pt x="5345472" y="934291"/>
                  </a:lnTo>
                  <a:lnTo>
                    <a:pt x="5352758" y="887932"/>
                  </a:lnTo>
                  <a:lnTo>
                    <a:pt x="5357195" y="840700"/>
                  </a:lnTo>
                  <a:lnTo>
                    <a:pt x="5358642" y="794383"/>
                  </a:lnTo>
                  <a:lnTo>
                    <a:pt x="5358695" y="792686"/>
                  </a:lnTo>
                  <a:lnTo>
                    <a:pt x="5357239" y="746074"/>
                  </a:lnTo>
                  <a:lnTo>
                    <a:pt x="5352857" y="698518"/>
                  </a:lnTo>
                  <a:lnTo>
                    <a:pt x="5345575" y="651802"/>
                  </a:lnTo>
                  <a:lnTo>
                    <a:pt x="5335474" y="606007"/>
                  </a:lnTo>
                  <a:lnTo>
                    <a:pt x="5335427" y="605792"/>
                  </a:lnTo>
                  <a:lnTo>
                    <a:pt x="5322713" y="561504"/>
                  </a:lnTo>
                  <a:lnTo>
                    <a:pt x="5307420" y="518367"/>
                  </a:lnTo>
                  <a:lnTo>
                    <a:pt x="5289638" y="476471"/>
                  </a:lnTo>
                  <a:lnTo>
                    <a:pt x="5269456" y="435902"/>
                  </a:lnTo>
                  <a:lnTo>
                    <a:pt x="5246965" y="396752"/>
                  </a:lnTo>
                  <a:lnTo>
                    <a:pt x="5222254" y="359107"/>
                  </a:lnTo>
                  <a:lnTo>
                    <a:pt x="5195412" y="323057"/>
                  </a:lnTo>
                  <a:lnTo>
                    <a:pt x="5166531" y="288690"/>
                  </a:lnTo>
                  <a:lnTo>
                    <a:pt x="5135699" y="256095"/>
                  </a:lnTo>
                  <a:lnTo>
                    <a:pt x="5103006" y="225361"/>
                  </a:lnTo>
                  <a:lnTo>
                    <a:pt x="5068543" y="196576"/>
                  </a:lnTo>
                  <a:lnTo>
                    <a:pt x="5032398" y="169828"/>
                  </a:lnTo>
                  <a:lnTo>
                    <a:pt x="4994663" y="145208"/>
                  </a:lnTo>
                  <a:lnTo>
                    <a:pt x="4955426" y="122803"/>
                  </a:lnTo>
                  <a:lnTo>
                    <a:pt x="4914777" y="102701"/>
                  </a:lnTo>
                  <a:lnTo>
                    <a:pt x="4872807" y="84992"/>
                  </a:lnTo>
                  <a:lnTo>
                    <a:pt x="4829605" y="69765"/>
                  </a:lnTo>
                  <a:lnTo>
                    <a:pt x="4785261" y="57107"/>
                  </a:lnTo>
                  <a:lnTo>
                    <a:pt x="4739864" y="47108"/>
                  </a:lnTo>
                  <a:lnTo>
                    <a:pt x="4693505" y="39856"/>
                  </a:lnTo>
                  <a:lnTo>
                    <a:pt x="4646274" y="35439"/>
                  </a:lnTo>
                  <a:lnTo>
                    <a:pt x="4598259" y="33948"/>
                  </a:lnTo>
                  <a:lnTo>
                    <a:pt x="4827878" y="33948"/>
                  </a:lnTo>
                  <a:lnTo>
                    <a:pt x="4875124" y="49790"/>
                  </a:lnTo>
                  <a:lnTo>
                    <a:pt x="4917650" y="67085"/>
                  </a:lnTo>
                  <a:lnTo>
                    <a:pt x="4958918" y="86728"/>
                  </a:lnTo>
                  <a:lnTo>
                    <a:pt x="4998846" y="108633"/>
                  </a:lnTo>
                  <a:lnTo>
                    <a:pt x="5037348" y="132718"/>
                  </a:lnTo>
                  <a:lnTo>
                    <a:pt x="5074342" y="158899"/>
                  </a:lnTo>
                  <a:lnTo>
                    <a:pt x="5109742" y="187091"/>
                  </a:lnTo>
                  <a:lnTo>
                    <a:pt x="5143467" y="217211"/>
                  </a:lnTo>
                  <a:lnTo>
                    <a:pt x="5175431" y="249175"/>
                  </a:lnTo>
                  <a:lnTo>
                    <a:pt x="5205551" y="282900"/>
                  </a:lnTo>
                  <a:lnTo>
                    <a:pt x="5233744" y="318301"/>
                  </a:lnTo>
                  <a:lnTo>
                    <a:pt x="5259924" y="355294"/>
                  </a:lnTo>
                  <a:lnTo>
                    <a:pt x="5284009" y="393797"/>
                  </a:lnTo>
                  <a:lnTo>
                    <a:pt x="5305914" y="433724"/>
                  </a:lnTo>
                  <a:lnTo>
                    <a:pt x="5325557" y="474992"/>
                  </a:lnTo>
                  <a:lnTo>
                    <a:pt x="5342852" y="517518"/>
                  </a:lnTo>
                  <a:lnTo>
                    <a:pt x="5357717" y="561218"/>
                  </a:lnTo>
                  <a:lnTo>
                    <a:pt x="5370007" y="605792"/>
                  </a:lnTo>
                  <a:lnTo>
                    <a:pt x="5370066" y="606007"/>
                  </a:lnTo>
                  <a:lnTo>
                    <a:pt x="5379818" y="651802"/>
                  </a:lnTo>
                  <a:lnTo>
                    <a:pt x="5386887" y="698518"/>
                  </a:lnTo>
                  <a:lnTo>
                    <a:pt x="5391063" y="744679"/>
                  </a:lnTo>
                  <a:lnTo>
                    <a:pt x="5392592" y="792686"/>
                  </a:lnTo>
                  <a:lnTo>
                    <a:pt x="5392643" y="794383"/>
                  </a:lnTo>
                  <a:lnTo>
                    <a:pt x="5391249" y="840700"/>
                  </a:lnTo>
                  <a:lnTo>
                    <a:pt x="5391190" y="842686"/>
                  </a:lnTo>
                  <a:lnTo>
                    <a:pt x="5386887" y="890221"/>
                  </a:lnTo>
                  <a:lnTo>
                    <a:pt x="5379818" y="936907"/>
                  </a:lnTo>
                  <a:lnTo>
                    <a:pt x="5370066" y="982659"/>
                  </a:lnTo>
                  <a:lnTo>
                    <a:pt x="5357717" y="1027396"/>
                  </a:lnTo>
                  <a:lnTo>
                    <a:pt x="5342852" y="1071034"/>
                  </a:lnTo>
                  <a:lnTo>
                    <a:pt x="5325557" y="1113491"/>
                  </a:lnTo>
                  <a:lnTo>
                    <a:pt x="5305915" y="1154684"/>
                  </a:lnTo>
                  <a:lnTo>
                    <a:pt x="5284009" y="1194530"/>
                  </a:lnTo>
                  <a:lnTo>
                    <a:pt x="5259924" y="1232946"/>
                  </a:lnTo>
                  <a:lnTo>
                    <a:pt x="5233744" y="1269850"/>
                  </a:lnTo>
                  <a:lnTo>
                    <a:pt x="5205551" y="1305159"/>
                  </a:lnTo>
                  <a:lnTo>
                    <a:pt x="5175431" y="1338790"/>
                  </a:lnTo>
                  <a:lnTo>
                    <a:pt x="5143467" y="1370660"/>
                  </a:lnTo>
                  <a:lnTo>
                    <a:pt x="5109743" y="1400686"/>
                  </a:lnTo>
                  <a:lnTo>
                    <a:pt x="5074342" y="1428786"/>
                  </a:lnTo>
                  <a:lnTo>
                    <a:pt x="5037348" y="1454877"/>
                  </a:lnTo>
                  <a:lnTo>
                    <a:pt x="4998846" y="1478876"/>
                  </a:lnTo>
                  <a:lnTo>
                    <a:pt x="4958918" y="1500700"/>
                  </a:lnTo>
                  <a:lnTo>
                    <a:pt x="4917650" y="1520267"/>
                  </a:lnTo>
                  <a:lnTo>
                    <a:pt x="4875124" y="1537493"/>
                  </a:lnTo>
                  <a:lnTo>
                    <a:pt x="4831425" y="1552297"/>
                  </a:lnTo>
                  <a:lnTo>
                    <a:pt x="4828421" y="1553122"/>
                  </a:lnTo>
                  <a:close/>
                </a:path>
              </a:pathLst>
            </a:custGeom>
            <a:solidFill>
              <a:srgbClr val="336F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0" y="9534525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70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70" y="0"/>
                </a:lnTo>
                <a:lnTo>
                  <a:pt x="18287570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12124932" y="1894583"/>
            <a:ext cx="5581650" cy="1777364"/>
            <a:chOff x="12124932" y="1894583"/>
            <a:chExt cx="5581650" cy="1777364"/>
          </a:xfrm>
        </p:grpSpPr>
        <p:sp>
          <p:nvSpPr>
            <p:cNvPr id="13" name="object 13"/>
            <p:cNvSpPr/>
            <p:nvPr/>
          </p:nvSpPr>
          <p:spPr>
            <a:xfrm>
              <a:off x="12350686" y="2251037"/>
              <a:ext cx="5355590" cy="1421130"/>
            </a:xfrm>
            <a:custGeom>
              <a:avLst/>
              <a:gdLst/>
              <a:ahLst/>
              <a:cxnLst/>
              <a:rect l="l" t="t" r="r" b="b"/>
              <a:pathLst>
                <a:path w="5355590" h="1421129">
                  <a:moveTo>
                    <a:pt x="4577890" y="1420724"/>
                  </a:moveTo>
                  <a:lnTo>
                    <a:pt x="251215" y="1420724"/>
                  </a:lnTo>
                  <a:lnTo>
                    <a:pt x="205262" y="1416627"/>
                  </a:lnTo>
                  <a:lnTo>
                    <a:pt x="162075" y="1404811"/>
                  </a:lnTo>
                  <a:lnTo>
                    <a:pt x="122348" y="1385994"/>
                  </a:lnTo>
                  <a:lnTo>
                    <a:pt x="86779" y="1360891"/>
                  </a:lnTo>
                  <a:lnTo>
                    <a:pt x="56063" y="1330218"/>
                  </a:lnTo>
                  <a:lnTo>
                    <a:pt x="30898" y="1294692"/>
                  </a:lnTo>
                  <a:lnTo>
                    <a:pt x="11977" y="1255029"/>
                  </a:lnTo>
                  <a:lnTo>
                    <a:pt x="0" y="1211944"/>
                  </a:lnTo>
                  <a:lnTo>
                    <a:pt x="10476" y="1213907"/>
                  </a:lnTo>
                  <a:lnTo>
                    <a:pt x="21429" y="1214914"/>
                  </a:lnTo>
                  <a:lnTo>
                    <a:pt x="44132" y="1215339"/>
                  </a:lnTo>
                  <a:lnTo>
                    <a:pt x="4370807" y="1215339"/>
                  </a:lnTo>
                  <a:lnTo>
                    <a:pt x="4423866" y="1213554"/>
                  </a:lnTo>
                  <a:lnTo>
                    <a:pt x="4476022" y="1208274"/>
                  </a:lnTo>
                  <a:lnTo>
                    <a:pt x="4527154" y="1199611"/>
                  </a:lnTo>
                  <a:lnTo>
                    <a:pt x="4577136" y="1187677"/>
                  </a:lnTo>
                  <a:lnTo>
                    <a:pt x="4625845" y="1172584"/>
                  </a:lnTo>
                  <a:lnTo>
                    <a:pt x="4673157" y="1154444"/>
                  </a:lnTo>
                  <a:lnTo>
                    <a:pt x="4718948" y="1133369"/>
                  </a:lnTo>
                  <a:lnTo>
                    <a:pt x="4763095" y="1109471"/>
                  </a:lnTo>
                  <a:lnTo>
                    <a:pt x="4805474" y="1082862"/>
                  </a:lnTo>
                  <a:lnTo>
                    <a:pt x="4845961" y="1053653"/>
                  </a:lnTo>
                  <a:lnTo>
                    <a:pt x="4884433" y="1021958"/>
                  </a:lnTo>
                  <a:lnTo>
                    <a:pt x="4920765" y="987887"/>
                  </a:lnTo>
                  <a:lnTo>
                    <a:pt x="4954836" y="951587"/>
                  </a:lnTo>
                  <a:lnTo>
                    <a:pt x="4986531" y="913201"/>
                  </a:lnTo>
                  <a:lnTo>
                    <a:pt x="5015740" y="872835"/>
                  </a:lnTo>
                  <a:lnTo>
                    <a:pt x="5042349" y="830594"/>
                  </a:lnTo>
                  <a:lnTo>
                    <a:pt x="5066247" y="786586"/>
                  </a:lnTo>
                  <a:lnTo>
                    <a:pt x="5087322" y="740915"/>
                  </a:lnTo>
                  <a:lnTo>
                    <a:pt x="5105462" y="693688"/>
                  </a:lnTo>
                  <a:lnTo>
                    <a:pt x="5120555" y="645012"/>
                  </a:lnTo>
                  <a:lnTo>
                    <a:pt x="5132489" y="594992"/>
                  </a:lnTo>
                  <a:lnTo>
                    <a:pt x="5141152" y="543734"/>
                  </a:lnTo>
                  <a:lnTo>
                    <a:pt x="5146432" y="491344"/>
                  </a:lnTo>
                  <a:lnTo>
                    <a:pt x="5148217" y="437929"/>
                  </a:lnTo>
                  <a:lnTo>
                    <a:pt x="5146412" y="384576"/>
                  </a:lnTo>
                  <a:lnTo>
                    <a:pt x="5141073" y="332103"/>
                  </a:lnTo>
                  <a:lnTo>
                    <a:pt x="5132311" y="280636"/>
                  </a:lnTo>
                  <a:lnTo>
                    <a:pt x="5120239" y="230301"/>
                  </a:lnTo>
                  <a:lnTo>
                    <a:pt x="5104967" y="181223"/>
                  </a:lnTo>
                  <a:lnTo>
                    <a:pt x="5086607" y="133528"/>
                  </a:lnTo>
                  <a:lnTo>
                    <a:pt x="5065272" y="87342"/>
                  </a:lnTo>
                  <a:lnTo>
                    <a:pt x="5041073" y="42791"/>
                  </a:lnTo>
                  <a:lnTo>
                    <a:pt x="5014122" y="0"/>
                  </a:lnTo>
                  <a:lnTo>
                    <a:pt x="5051800" y="27513"/>
                  </a:lnTo>
                  <a:lnTo>
                    <a:pt x="5087750" y="57161"/>
                  </a:lnTo>
                  <a:lnTo>
                    <a:pt x="5121875" y="88847"/>
                  </a:lnTo>
                  <a:lnTo>
                    <a:pt x="5154078" y="122478"/>
                  </a:lnTo>
                  <a:lnTo>
                    <a:pt x="5184262" y="157958"/>
                  </a:lnTo>
                  <a:lnTo>
                    <a:pt x="5212330" y="195194"/>
                  </a:lnTo>
                  <a:lnTo>
                    <a:pt x="5238185" y="234091"/>
                  </a:lnTo>
                  <a:lnTo>
                    <a:pt x="5261730" y="274554"/>
                  </a:lnTo>
                  <a:lnTo>
                    <a:pt x="5282869" y="316489"/>
                  </a:lnTo>
                  <a:lnTo>
                    <a:pt x="5301503" y="359802"/>
                  </a:lnTo>
                  <a:lnTo>
                    <a:pt x="5317537" y="404398"/>
                  </a:lnTo>
                  <a:lnTo>
                    <a:pt x="5330873" y="450182"/>
                  </a:lnTo>
                  <a:lnTo>
                    <a:pt x="5341414" y="497060"/>
                  </a:lnTo>
                  <a:lnTo>
                    <a:pt x="5349064" y="544938"/>
                  </a:lnTo>
                  <a:lnTo>
                    <a:pt x="5353725" y="593721"/>
                  </a:lnTo>
                  <a:lnTo>
                    <a:pt x="5355300" y="643315"/>
                  </a:lnTo>
                  <a:lnTo>
                    <a:pt x="5353515" y="696373"/>
                  </a:lnTo>
                  <a:lnTo>
                    <a:pt x="5348235" y="748530"/>
                  </a:lnTo>
                  <a:lnTo>
                    <a:pt x="5339572" y="799661"/>
                  </a:lnTo>
                  <a:lnTo>
                    <a:pt x="5327638" y="849643"/>
                  </a:lnTo>
                  <a:lnTo>
                    <a:pt x="5312545" y="898352"/>
                  </a:lnTo>
                  <a:lnTo>
                    <a:pt x="5294405" y="945664"/>
                  </a:lnTo>
                  <a:lnTo>
                    <a:pt x="5273330" y="991456"/>
                  </a:lnTo>
                  <a:lnTo>
                    <a:pt x="5249432" y="1035603"/>
                  </a:lnTo>
                  <a:lnTo>
                    <a:pt x="5222823" y="1077982"/>
                  </a:lnTo>
                  <a:lnTo>
                    <a:pt x="5193614" y="1118469"/>
                  </a:lnTo>
                  <a:lnTo>
                    <a:pt x="5161919" y="1156941"/>
                  </a:lnTo>
                  <a:lnTo>
                    <a:pt x="5127848" y="1193273"/>
                  </a:lnTo>
                  <a:lnTo>
                    <a:pt x="5091548" y="1227343"/>
                  </a:lnTo>
                  <a:lnTo>
                    <a:pt x="5053162" y="1259039"/>
                  </a:lnTo>
                  <a:lnTo>
                    <a:pt x="5012796" y="1288248"/>
                  </a:lnTo>
                  <a:lnTo>
                    <a:pt x="4970556" y="1314857"/>
                  </a:lnTo>
                  <a:lnTo>
                    <a:pt x="4926547" y="1338755"/>
                  </a:lnTo>
                  <a:lnTo>
                    <a:pt x="4880876" y="1359830"/>
                  </a:lnTo>
                  <a:lnTo>
                    <a:pt x="4833650" y="1377970"/>
                  </a:lnTo>
                  <a:lnTo>
                    <a:pt x="4784973" y="1393063"/>
                  </a:lnTo>
                  <a:lnTo>
                    <a:pt x="4734953" y="1404997"/>
                  </a:lnTo>
                  <a:lnTo>
                    <a:pt x="4683695" y="1413660"/>
                  </a:lnTo>
                  <a:lnTo>
                    <a:pt x="4631305" y="1418940"/>
                  </a:lnTo>
                  <a:lnTo>
                    <a:pt x="4577890" y="1420724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141906" y="1911557"/>
              <a:ext cx="5358765" cy="1553210"/>
            </a:xfrm>
            <a:custGeom>
              <a:avLst/>
              <a:gdLst/>
              <a:ahLst/>
              <a:cxnLst/>
              <a:rect l="l" t="t" r="r" b="b"/>
              <a:pathLst>
                <a:path w="5358765" h="1553210">
                  <a:moveTo>
                    <a:pt x="4581285" y="1553121"/>
                  </a:moveTo>
                  <a:lnTo>
                    <a:pt x="254610" y="1553121"/>
                  </a:lnTo>
                  <a:lnTo>
                    <a:pt x="208773" y="1549028"/>
                  </a:lnTo>
                  <a:lnTo>
                    <a:pt x="165660" y="1537223"/>
                  </a:lnTo>
                  <a:lnTo>
                    <a:pt x="125984" y="1518419"/>
                  </a:lnTo>
                  <a:lnTo>
                    <a:pt x="90458" y="1493328"/>
                  </a:lnTo>
                  <a:lnTo>
                    <a:pt x="59793" y="1462663"/>
                  </a:lnTo>
                  <a:lnTo>
                    <a:pt x="34702" y="1427137"/>
                  </a:lnTo>
                  <a:lnTo>
                    <a:pt x="15898" y="1387461"/>
                  </a:lnTo>
                  <a:lnTo>
                    <a:pt x="4093" y="1344348"/>
                  </a:lnTo>
                  <a:lnTo>
                    <a:pt x="0" y="1298511"/>
                  </a:lnTo>
                  <a:lnTo>
                    <a:pt x="0" y="254610"/>
                  </a:lnTo>
                  <a:lnTo>
                    <a:pt x="4093" y="208773"/>
                  </a:lnTo>
                  <a:lnTo>
                    <a:pt x="15898" y="165660"/>
                  </a:lnTo>
                  <a:lnTo>
                    <a:pt x="34702" y="125984"/>
                  </a:lnTo>
                  <a:lnTo>
                    <a:pt x="59793" y="90458"/>
                  </a:lnTo>
                  <a:lnTo>
                    <a:pt x="90458" y="59793"/>
                  </a:lnTo>
                  <a:lnTo>
                    <a:pt x="125984" y="34702"/>
                  </a:lnTo>
                  <a:lnTo>
                    <a:pt x="165660" y="15898"/>
                  </a:lnTo>
                  <a:lnTo>
                    <a:pt x="208773" y="4093"/>
                  </a:lnTo>
                  <a:lnTo>
                    <a:pt x="254610" y="0"/>
                  </a:lnTo>
                  <a:lnTo>
                    <a:pt x="4581285" y="0"/>
                  </a:lnTo>
                  <a:lnTo>
                    <a:pt x="4628652" y="1418"/>
                  </a:lnTo>
                  <a:lnTo>
                    <a:pt x="4675267" y="5619"/>
                  </a:lnTo>
                  <a:lnTo>
                    <a:pt x="4721049" y="12522"/>
                  </a:lnTo>
                  <a:lnTo>
                    <a:pt x="4765917" y="22044"/>
                  </a:lnTo>
                  <a:lnTo>
                    <a:pt x="4809789" y="34106"/>
                  </a:lnTo>
                  <a:lnTo>
                    <a:pt x="4852585" y="48626"/>
                  </a:lnTo>
                  <a:lnTo>
                    <a:pt x="4894222" y="65522"/>
                  </a:lnTo>
                  <a:lnTo>
                    <a:pt x="4934621" y="84713"/>
                  </a:lnTo>
                  <a:lnTo>
                    <a:pt x="4973699" y="106119"/>
                  </a:lnTo>
                  <a:lnTo>
                    <a:pt x="5011375" y="129657"/>
                  </a:lnTo>
                  <a:lnTo>
                    <a:pt x="5047568" y="155246"/>
                  </a:lnTo>
                  <a:lnTo>
                    <a:pt x="5082197" y="182807"/>
                  </a:lnTo>
                  <a:lnTo>
                    <a:pt x="5115181" y="212256"/>
                  </a:lnTo>
                  <a:lnTo>
                    <a:pt x="5146438" y="243513"/>
                  </a:lnTo>
                  <a:lnTo>
                    <a:pt x="5175887" y="276497"/>
                  </a:lnTo>
                  <a:lnTo>
                    <a:pt x="5203447" y="311126"/>
                  </a:lnTo>
                  <a:lnTo>
                    <a:pt x="5229037" y="347319"/>
                  </a:lnTo>
                  <a:lnTo>
                    <a:pt x="5252575" y="384995"/>
                  </a:lnTo>
                  <a:lnTo>
                    <a:pt x="5273981" y="424073"/>
                  </a:lnTo>
                  <a:lnTo>
                    <a:pt x="5293172" y="464471"/>
                  </a:lnTo>
                  <a:lnTo>
                    <a:pt x="5310068" y="506109"/>
                  </a:lnTo>
                  <a:lnTo>
                    <a:pt x="5324588" y="548905"/>
                  </a:lnTo>
                  <a:lnTo>
                    <a:pt x="5336649" y="592777"/>
                  </a:lnTo>
                  <a:lnTo>
                    <a:pt x="5346172" y="637645"/>
                  </a:lnTo>
                  <a:lnTo>
                    <a:pt x="5353075" y="683427"/>
                  </a:lnTo>
                  <a:lnTo>
                    <a:pt x="5357276" y="730042"/>
                  </a:lnTo>
                  <a:lnTo>
                    <a:pt x="5358694" y="777409"/>
                  </a:lnTo>
                  <a:lnTo>
                    <a:pt x="5357276" y="824769"/>
                  </a:lnTo>
                  <a:lnTo>
                    <a:pt x="5353075" y="871365"/>
                  </a:lnTo>
                  <a:lnTo>
                    <a:pt x="5346172" y="917115"/>
                  </a:lnTo>
                  <a:lnTo>
                    <a:pt x="5336650" y="961941"/>
                  </a:lnTo>
                  <a:lnTo>
                    <a:pt x="5324588" y="1005761"/>
                  </a:lnTo>
                  <a:lnTo>
                    <a:pt x="5310068" y="1048495"/>
                  </a:lnTo>
                  <a:lnTo>
                    <a:pt x="5293172" y="1090064"/>
                  </a:lnTo>
                  <a:lnTo>
                    <a:pt x="5273981" y="1130387"/>
                  </a:lnTo>
                  <a:lnTo>
                    <a:pt x="5252576" y="1169383"/>
                  </a:lnTo>
                  <a:lnTo>
                    <a:pt x="5229038" y="1206973"/>
                  </a:lnTo>
                  <a:lnTo>
                    <a:pt x="5203448" y="1243077"/>
                  </a:lnTo>
                  <a:lnTo>
                    <a:pt x="5175888" y="1277614"/>
                  </a:lnTo>
                  <a:lnTo>
                    <a:pt x="5146439" y="1310504"/>
                  </a:lnTo>
                  <a:lnTo>
                    <a:pt x="5115181" y="1341667"/>
                  </a:lnTo>
                  <a:lnTo>
                    <a:pt x="5082198" y="1371022"/>
                  </a:lnTo>
                  <a:lnTo>
                    <a:pt x="5047569" y="1398490"/>
                  </a:lnTo>
                  <a:lnTo>
                    <a:pt x="5011375" y="1423990"/>
                  </a:lnTo>
                  <a:lnTo>
                    <a:pt x="4973699" y="1447443"/>
                  </a:lnTo>
                  <a:lnTo>
                    <a:pt x="4934621" y="1468767"/>
                  </a:lnTo>
                  <a:lnTo>
                    <a:pt x="4894223" y="1487882"/>
                  </a:lnTo>
                  <a:lnTo>
                    <a:pt x="4852585" y="1504709"/>
                  </a:lnTo>
                  <a:lnTo>
                    <a:pt x="4809790" y="1519168"/>
                  </a:lnTo>
                  <a:lnTo>
                    <a:pt x="4765917" y="1531177"/>
                  </a:lnTo>
                  <a:lnTo>
                    <a:pt x="4721049" y="1540658"/>
                  </a:lnTo>
                  <a:lnTo>
                    <a:pt x="4675267" y="1547529"/>
                  </a:lnTo>
                  <a:lnTo>
                    <a:pt x="4628652" y="1551710"/>
                  </a:lnTo>
                  <a:lnTo>
                    <a:pt x="4581285" y="155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124932" y="1894583"/>
              <a:ext cx="5393055" cy="1587500"/>
            </a:xfrm>
            <a:custGeom>
              <a:avLst/>
              <a:gdLst/>
              <a:ahLst/>
              <a:cxnLst/>
              <a:rect l="l" t="t" r="r" b="b"/>
              <a:pathLst>
                <a:path w="5393055" h="1587500">
                  <a:moveTo>
                    <a:pt x="4598259" y="1587070"/>
                  </a:moveTo>
                  <a:lnTo>
                    <a:pt x="271584" y="1587070"/>
                  </a:lnTo>
                  <a:lnTo>
                    <a:pt x="222930" y="1582674"/>
                  </a:lnTo>
                  <a:lnTo>
                    <a:pt x="177069" y="1570007"/>
                  </a:lnTo>
                  <a:lnTo>
                    <a:pt x="134786" y="1549852"/>
                  </a:lnTo>
                  <a:lnTo>
                    <a:pt x="96861" y="1522992"/>
                  </a:lnTo>
                  <a:lnTo>
                    <a:pt x="64077" y="1490208"/>
                  </a:lnTo>
                  <a:lnTo>
                    <a:pt x="37217" y="1452283"/>
                  </a:lnTo>
                  <a:lnTo>
                    <a:pt x="17062" y="1410000"/>
                  </a:lnTo>
                  <a:lnTo>
                    <a:pt x="4396" y="1364140"/>
                  </a:lnTo>
                  <a:lnTo>
                    <a:pt x="0" y="1315485"/>
                  </a:lnTo>
                  <a:lnTo>
                    <a:pt x="0" y="271584"/>
                  </a:lnTo>
                  <a:lnTo>
                    <a:pt x="4313" y="223848"/>
                  </a:lnTo>
                  <a:lnTo>
                    <a:pt x="17062" y="177069"/>
                  </a:lnTo>
                  <a:lnTo>
                    <a:pt x="37217" y="134786"/>
                  </a:lnTo>
                  <a:lnTo>
                    <a:pt x="64077" y="96861"/>
                  </a:lnTo>
                  <a:lnTo>
                    <a:pt x="96861" y="64077"/>
                  </a:lnTo>
                  <a:lnTo>
                    <a:pt x="134786" y="37217"/>
                  </a:lnTo>
                  <a:lnTo>
                    <a:pt x="177069" y="17062"/>
                  </a:lnTo>
                  <a:lnTo>
                    <a:pt x="222930" y="4396"/>
                  </a:lnTo>
                  <a:lnTo>
                    <a:pt x="271584" y="0"/>
                  </a:lnTo>
                  <a:lnTo>
                    <a:pt x="4598259" y="0"/>
                  </a:lnTo>
                  <a:lnTo>
                    <a:pt x="4646569" y="1452"/>
                  </a:lnTo>
                  <a:lnTo>
                    <a:pt x="4694124" y="5755"/>
                  </a:lnTo>
                  <a:lnTo>
                    <a:pt x="4740841" y="12824"/>
                  </a:lnTo>
                  <a:lnTo>
                    <a:pt x="4786636" y="22576"/>
                  </a:lnTo>
                  <a:lnTo>
                    <a:pt x="4827878" y="33948"/>
                  </a:lnTo>
                  <a:lnTo>
                    <a:pt x="271584" y="33948"/>
                  </a:lnTo>
                  <a:lnTo>
                    <a:pt x="223848" y="38798"/>
                  </a:lnTo>
                  <a:lnTo>
                    <a:pt x="179314" y="52699"/>
                  </a:lnTo>
                  <a:lnTo>
                    <a:pt x="138958" y="74675"/>
                  </a:lnTo>
                  <a:lnTo>
                    <a:pt x="103753" y="103753"/>
                  </a:lnTo>
                  <a:lnTo>
                    <a:pt x="74675" y="138958"/>
                  </a:lnTo>
                  <a:lnTo>
                    <a:pt x="52699" y="179314"/>
                  </a:lnTo>
                  <a:lnTo>
                    <a:pt x="38798" y="223848"/>
                  </a:lnTo>
                  <a:lnTo>
                    <a:pt x="33948" y="271584"/>
                  </a:lnTo>
                  <a:lnTo>
                    <a:pt x="33948" y="1315485"/>
                  </a:lnTo>
                  <a:lnTo>
                    <a:pt x="38798" y="1363221"/>
                  </a:lnTo>
                  <a:lnTo>
                    <a:pt x="52699" y="1407755"/>
                  </a:lnTo>
                  <a:lnTo>
                    <a:pt x="74675" y="1448111"/>
                  </a:lnTo>
                  <a:lnTo>
                    <a:pt x="103753" y="1483316"/>
                  </a:lnTo>
                  <a:lnTo>
                    <a:pt x="138958" y="1512394"/>
                  </a:lnTo>
                  <a:lnTo>
                    <a:pt x="179314" y="1534371"/>
                  </a:lnTo>
                  <a:lnTo>
                    <a:pt x="223848" y="1548271"/>
                  </a:lnTo>
                  <a:lnTo>
                    <a:pt x="271584" y="1553122"/>
                  </a:lnTo>
                  <a:lnTo>
                    <a:pt x="4828421" y="1553122"/>
                  </a:lnTo>
                  <a:lnTo>
                    <a:pt x="4786636" y="1564594"/>
                  </a:lnTo>
                  <a:lnTo>
                    <a:pt x="4740841" y="1574303"/>
                  </a:lnTo>
                  <a:lnTo>
                    <a:pt x="4694124" y="1581340"/>
                  </a:lnTo>
                  <a:lnTo>
                    <a:pt x="4646569" y="1585623"/>
                  </a:lnTo>
                  <a:lnTo>
                    <a:pt x="4598259" y="1587070"/>
                  </a:lnTo>
                  <a:close/>
                </a:path>
                <a:path w="5393055" h="1587500">
                  <a:moveTo>
                    <a:pt x="4828421" y="1553122"/>
                  </a:moveTo>
                  <a:lnTo>
                    <a:pt x="4598259" y="1553122"/>
                  </a:lnTo>
                  <a:lnTo>
                    <a:pt x="4646274" y="1551622"/>
                  </a:lnTo>
                  <a:lnTo>
                    <a:pt x="4693505" y="1547185"/>
                  </a:lnTo>
                  <a:lnTo>
                    <a:pt x="4739864" y="1539899"/>
                  </a:lnTo>
                  <a:lnTo>
                    <a:pt x="4785261" y="1529854"/>
                  </a:lnTo>
                  <a:lnTo>
                    <a:pt x="4829605" y="1517140"/>
                  </a:lnTo>
                  <a:lnTo>
                    <a:pt x="4872807" y="1501847"/>
                  </a:lnTo>
                  <a:lnTo>
                    <a:pt x="4914777" y="1484065"/>
                  </a:lnTo>
                  <a:lnTo>
                    <a:pt x="4955426" y="1463883"/>
                  </a:lnTo>
                  <a:lnTo>
                    <a:pt x="4994663" y="1441392"/>
                  </a:lnTo>
                  <a:lnTo>
                    <a:pt x="5032398" y="1416680"/>
                  </a:lnTo>
                  <a:lnTo>
                    <a:pt x="5068543" y="1389839"/>
                  </a:lnTo>
                  <a:lnTo>
                    <a:pt x="5103006" y="1360958"/>
                  </a:lnTo>
                  <a:lnTo>
                    <a:pt x="5135699" y="1330125"/>
                  </a:lnTo>
                  <a:lnTo>
                    <a:pt x="5166531" y="1297433"/>
                  </a:lnTo>
                  <a:lnTo>
                    <a:pt x="5195412" y="1262969"/>
                  </a:lnTo>
                  <a:lnTo>
                    <a:pt x="5222254" y="1226825"/>
                  </a:lnTo>
                  <a:lnTo>
                    <a:pt x="5246965" y="1189089"/>
                  </a:lnTo>
                  <a:lnTo>
                    <a:pt x="5269456" y="1149852"/>
                  </a:lnTo>
                  <a:lnTo>
                    <a:pt x="5289638" y="1109204"/>
                  </a:lnTo>
                  <a:lnTo>
                    <a:pt x="5307420" y="1067234"/>
                  </a:lnTo>
                  <a:lnTo>
                    <a:pt x="5322713" y="1024032"/>
                  </a:lnTo>
                  <a:lnTo>
                    <a:pt x="5335427" y="979687"/>
                  </a:lnTo>
                  <a:lnTo>
                    <a:pt x="5345472" y="934291"/>
                  </a:lnTo>
                  <a:lnTo>
                    <a:pt x="5352758" y="887932"/>
                  </a:lnTo>
                  <a:lnTo>
                    <a:pt x="5357195" y="840700"/>
                  </a:lnTo>
                  <a:lnTo>
                    <a:pt x="5358642" y="794383"/>
                  </a:lnTo>
                  <a:lnTo>
                    <a:pt x="5358695" y="792686"/>
                  </a:lnTo>
                  <a:lnTo>
                    <a:pt x="5357239" y="746074"/>
                  </a:lnTo>
                  <a:lnTo>
                    <a:pt x="5352857" y="698518"/>
                  </a:lnTo>
                  <a:lnTo>
                    <a:pt x="5345575" y="651802"/>
                  </a:lnTo>
                  <a:lnTo>
                    <a:pt x="5335474" y="606007"/>
                  </a:lnTo>
                  <a:lnTo>
                    <a:pt x="5335427" y="605792"/>
                  </a:lnTo>
                  <a:lnTo>
                    <a:pt x="5322713" y="561504"/>
                  </a:lnTo>
                  <a:lnTo>
                    <a:pt x="5307420" y="518367"/>
                  </a:lnTo>
                  <a:lnTo>
                    <a:pt x="5289638" y="476471"/>
                  </a:lnTo>
                  <a:lnTo>
                    <a:pt x="5269456" y="435902"/>
                  </a:lnTo>
                  <a:lnTo>
                    <a:pt x="5246965" y="396752"/>
                  </a:lnTo>
                  <a:lnTo>
                    <a:pt x="5222254" y="359107"/>
                  </a:lnTo>
                  <a:lnTo>
                    <a:pt x="5195412" y="323057"/>
                  </a:lnTo>
                  <a:lnTo>
                    <a:pt x="5166531" y="288690"/>
                  </a:lnTo>
                  <a:lnTo>
                    <a:pt x="5135699" y="256095"/>
                  </a:lnTo>
                  <a:lnTo>
                    <a:pt x="5103006" y="225361"/>
                  </a:lnTo>
                  <a:lnTo>
                    <a:pt x="5068543" y="196576"/>
                  </a:lnTo>
                  <a:lnTo>
                    <a:pt x="5032398" y="169828"/>
                  </a:lnTo>
                  <a:lnTo>
                    <a:pt x="4994663" y="145208"/>
                  </a:lnTo>
                  <a:lnTo>
                    <a:pt x="4955426" y="122803"/>
                  </a:lnTo>
                  <a:lnTo>
                    <a:pt x="4914777" y="102701"/>
                  </a:lnTo>
                  <a:lnTo>
                    <a:pt x="4872807" y="84992"/>
                  </a:lnTo>
                  <a:lnTo>
                    <a:pt x="4829605" y="69765"/>
                  </a:lnTo>
                  <a:lnTo>
                    <a:pt x="4785261" y="57107"/>
                  </a:lnTo>
                  <a:lnTo>
                    <a:pt x="4739864" y="47108"/>
                  </a:lnTo>
                  <a:lnTo>
                    <a:pt x="4693505" y="39856"/>
                  </a:lnTo>
                  <a:lnTo>
                    <a:pt x="4646274" y="35439"/>
                  </a:lnTo>
                  <a:lnTo>
                    <a:pt x="4598259" y="33948"/>
                  </a:lnTo>
                  <a:lnTo>
                    <a:pt x="4827878" y="33948"/>
                  </a:lnTo>
                  <a:lnTo>
                    <a:pt x="4875124" y="49790"/>
                  </a:lnTo>
                  <a:lnTo>
                    <a:pt x="4917650" y="67085"/>
                  </a:lnTo>
                  <a:lnTo>
                    <a:pt x="4958918" y="86728"/>
                  </a:lnTo>
                  <a:lnTo>
                    <a:pt x="4998846" y="108633"/>
                  </a:lnTo>
                  <a:lnTo>
                    <a:pt x="5037348" y="132718"/>
                  </a:lnTo>
                  <a:lnTo>
                    <a:pt x="5074342" y="158899"/>
                  </a:lnTo>
                  <a:lnTo>
                    <a:pt x="5109742" y="187091"/>
                  </a:lnTo>
                  <a:lnTo>
                    <a:pt x="5143467" y="217211"/>
                  </a:lnTo>
                  <a:lnTo>
                    <a:pt x="5175431" y="249175"/>
                  </a:lnTo>
                  <a:lnTo>
                    <a:pt x="5205551" y="282900"/>
                  </a:lnTo>
                  <a:lnTo>
                    <a:pt x="5233744" y="318301"/>
                  </a:lnTo>
                  <a:lnTo>
                    <a:pt x="5259924" y="355294"/>
                  </a:lnTo>
                  <a:lnTo>
                    <a:pt x="5284009" y="393797"/>
                  </a:lnTo>
                  <a:lnTo>
                    <a:pt x="5305914" y="433724"/>
                  </a:lnTo>
                  <a:lnTo>
                    <a:pt x="5325557" y="474992"/>
                  </a:lnTo>
                  <a:lnTo>
                    <a:pt x="5342852" y="517518"/>
                  </a:lnTo>
                  <a:lnTo>
                    <a:pt x="5357717" y="561218"/>
                  </a:lnTo>
                  <a:lnTo>
                    <a:pt x="5370007" y="605792"/>
                  </a:lnTo>
                  <a:lnTo>
                    <a:pt x="5370066" y="606007"/>
                  </a:lnTo>
                  <a:lnTo>
                    <a:pt x="5379818" y="651802"/>
                  </a:lnTo>
                  <a:lnTo>
                    <a:pt x="5386887" y="698518"/>
                  </a:lnTo>
                  <a:lnTo>
                    <a:pt x="5391063" y="744679"/>
                  </a:lnTo>
                  <a:lnTo>
                    <a:pt x="5392592" y="792686"/>
                  </a:lnTo>
                  <a:lnTo>
                    <a:pt x="5392643" y="794383"/>
                  </a:lnTo>
                  <a:lnTo>
                    <a:pt x="5391249" y="840700"/>
                  </a:lnTo>
                  <a:lnTo>
                    <a:pt x="5391190" y="842686"/>
                  </a:lnTo>
                  <a:lnTo>
                    <a:pt x="5386887" y="890221"/>
                  </a:lnTo>
                  <a:lnTo>
                    <a:pt x="5379818" y="936907"/>
                  </a:lnTo>
                  <a:lnTo>
                    <a:pt x="5370066" y="982659"/>
                  </a:lnTo>
                  <a:lnTo>
                    <a:pt x="5357717" y="1027396"/>
                  </a:lnTo>
                  <a:lnTo>
                    <a:pt x="5342852" y="1071034"/>
                  </a:lnTo>
                  <a:lnTo>
                    <a:pt x="5325557" y="1113491"/>
                  </a:lnTo>
                  <a:lnTo>
                    <a:pt x="5305915" y="1154684"/>
                  </a:lnTo>
                  <a:lnTo>
                    <a:pt x="5284009" y="1194530"/>
                  </a:lnTo>
                  <a:lnTo>
                    <a:pt x="5259924" y="1232946"/>
                  </a:lnTo>
                  <a:lnTo>
                    <a:pt x="5233744" y="1269850"/>
                  </a:lnTo>
                  <a:lnTo>
                    <a:pt x="5205551" y="1305159"/>
                  </a:lnTo>
                  <a:lnTo>
                    <a:pt x="5175431" y="1338790"/>
                  </a:lnTo>
                  <a:lnTo>
                    <a:pt x="5143467" y="1370660"/>
                  </a:lnTo>
                  <a:lnTo>
                    <a:pt x="5109743" y="1400686"/>
                  </a:lnTo>
                  <a:lnTo>
                    <a:pt x="5074342" y="1428786"/>
                  </a:lnTo>
                  <a:lnTo>
                    <a:pt x="5037348" y="1454877"/>
                  </a:lnTo>
                  <a:lnTo>
                    <a:pt x="4998846" y="1478876"/>
                  </a:lnTo>
                  <a:lnTo>
                    <a:pt x="4958918" y="1500700"/>
                  </a:lnTo>
                  <a:lnTo>
                    <a:pt x="4917650" y="1520267"/>
                  </a:lnTo>
                  <a:lnTo>
                    <a:pt x="4875124" y="1537493"/>
                  </a:lnTo>
                  <a:lnTo>
                    <a:pt x="4831425" y="1552297"/>
                  </a:lnTo>
                  <a:lnTo>
                    <a:pt x="4828421" y="1553122"/>
                  </a:lnTo>
                  <a:close/>
                </a:path>
              </a:pathLst>
            </a:custGeom>
            <a:solidFill>
              <a:srgbClr val="336F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6172344" y="1894583"/>
            <a:ext cx="5581650" cy="1777364"/>
            <a:chOff x="6172344" y="1894583"/>
            <a:chExt cx="5581650" cy="1777364"/>
          </a:xfrm>
        </p:grpSpPr>
        <p:sp>
          <p:nvSpPr>
            <p:cNvPr id="17" name="object 17"/>
            <p:cNvSpPr/>
            <p:nvPr/>
          </p:nvSpPr>
          <p:spPr>
            <a:xfrm>
              <a:off x="6398098" y="2251037"/>
              <a:ext cx="5355590" cy="1421130"/>
            </a:xfrm>
            <a:custGeom>
              <a:avLst/>
              <a:gdLst/>
              <a:ahLst/>
              <a:cxnLst/>
              <a:rect l="l" t="t" r="r" b="b"/>
              <a:pathLst>
                <a:path w="5355590" h="1421129">
                  <a:moveTo>
                    <a:pt x="4577890" y="1420724"/>
                  </a:moveTo>
                  <a:lnTo>
                    <a:pt x="251215" y="1420724"/>
                  </a:lnTo>
                  <a:lnTo>
                    <a:pt x="205262" y="1416627"/>
                  </a:lnTo>
                  <a:lnTo>
                    <a:pt x="162075" y="1404811"/>
                  </a:lnTo>
                  <a:lnTo>
                    <a:pt x="122348" y="1385994"/>
                  </a:lnTo>
                  <a:lnTo>
                    <a:pt x="86779" y="1360891"/>
                  </a:lnTo>
                  <a:lnTo>
                    <a:pt x="56063" y="1330218"/>
                  </a:lnTo>
                  <a:lnTo>
                    <a:pt x="30898" y="1294692"/>
                  </a:lnTo>
                  <a:lnTo>
                    <a:pt x="11977" y="1255029"/>
                  </a:lnTo>
                  <a:lnTo>
                    <a:pt x="0" y="1211944"/>
                  </a:lnTo>
                  <a:lnTo>
                    <a:pt x="10476" y="1213907"/>
                  </a:lnTo>
                  <a:lnTo>
                    <a:pt x="21429" y="1214914"/>
                  </a:lnTo>
                  <a:lnTo>
                    <a:pt x="44132" y="1215339"/>
                  </a:lnTo>
                  <a:lnTo>
                    <a:pt x="4370807" y="1215339"/>
                  </a:lnTo>
                  <a:lnTo>
                    <a:pt x="4423866" y="1213554"/>
                  </a:lnTo>
                  <a:lnTo>
                    <a:pt x="4476022" y="1208274"/>
                  </a:lnTo>
                  <a:lnTo>
                    <a:pt x="4527154" y="1199611"/>
                  </a:lnTo>
                  <a:lnTo>
                    <a:pt x="4577136" y="1187677"/>
                  </a:lnTo>
                  <a:lnTo>
                    <a:pt x="4625845" y="1172584"/>
                  </a:lnTo>
                  <a:lnTo>
                    <a:pt x="4673157" y="1154444"/>
                  </a:lnTo>
                  <a:lnTo>
                    <a:pt x="4718948" y="1133369"/>
                  </a:lnTo>
                  <a:lnTo>
                    <a:pt x="4763095" y="1109471"/>
                  </a:lnTo>
                  <a:lnTo>
                    <a:pt x="4805474" y="1082862"/>
                  </a:lnTo>
                  <a:lnTo>
                    <a:pt x="4845961" y="1053653"/>
                  </a:lnTo>
                  <a:lnTo>
                    <a:pt x="4884433" y="1021958"/>
                  </a:lnTo>
                  <a:lnTo>
                    <a:pt x="4920765" y="987887"/>
                  </a:lnTo>
                  <a:lnTo>
                    <a:pt x="4954836" y="951587"/>
                  </a:lnTo>
                  <a:lnTo>
                    <a:pt x="4986531" y="913201"/>
                  </a:lnTo>
                  <a:lnTo>
                    <a:pt x="5015740" y="872835"/>
                  </a:lnTo>
                  <a:lnTo>
                    <a:pt x="5042349" y="830594"/>
                  </a:lnTo>
                  <a:lnTo>
                    <a:pt x="5066247" y="786586"/>
                  </a:lnTo>
                  <a:lnTo>
                    <a:pt x="5087322" y="740915"/>
                  </a:lnTo>
                  <a:lnTo>
                    <a:pt x="5105462" y="693688"/>
                  </a:lnTo>
                  <a:lnTo>
                    <a:pt x="5120555" y="645012"/>
                  </a:lnTo>
                  <a:lnTo>
                    <a:pt x="5132489" y="594992"/>
                  </a:lnTo>
                  <a:lnTo>
                    <a:pt x="5141152" y="543734"/>
                  </a:lnTo>
                  <a:lnTo>
                    <a:pt x="5146432" y="491344"/>
                  </a:lnTo>
                  <a:lnTo>
                    <a:pt x="5148217" y="437929"/>
                  </a:lnTo>
                  <a:lnTo>
                    <a:pt x="5146412" y="384576"/>
                  </a:lnTo>
                  <a:lnTo>
                    <a:pt x="5141073" y="332103"/>
                  </a:lnTo>
                  <a:lnTo>
                    <a:pt x="5132311" y="280636"/>
                  </a:lnTo>
                  <a:lnTo>
                    <a:pt x="5120239" y="230301"/>
                  </a:lnTo>
                  <a:lnTo>
                    <a:pt x="5104967" y="181223"/>
                  </a:lnTo>
                  <a:lnTo>
                    <a:pt x="5086607" y="133528"/>
                  </a:lnTo>
                  <a:lnTo>
                    <a:pt x="5065272" y="87342"/>
                  </a:lnTo>
                  <a:lnTo>
                    <a:pt x="5041073" y="42791"/>
                  </a:lnTo>
                  <a:lnTo>
                    <a:pt x="5014122" y="0"/>
                  </a:lnTo>
                  <a:lnTo>
                    <a:pt x="5051800" y="27513"/>
                  </a:lnTo>
                  <a:lnTo>
                    <a:pt x="5087750" y="57161"/>
                  </a:lnTo>
                  <a:lnTo>
                    <a:pt x="5121875" y="88847"/>
                  </a:lnTo>
                  <a:lnTo>
                    <a:pt x="5154078" y="122478"/>
                  </a:lnTo>
                  <a:lnTo>
                    <a:pt x="5184262" y="157958"/>
                  </a:lnTo>
                  <a:lnTo>
                    <a:pt x="5212330" y="195194"/>
                  </a:lnTo>
                  <a:lnTo>
                    <a:pt x="5238185" y="234091"/>
                  </a:lnTo>
                  <a:lnTo>
                    <a:pt x="5261730" y="274554"/>
                  </a:lnTo>
                  <a:lnTo>
                    <a:pt x="5282869" y="316489"/>
                  </a:lnTo>
                  <a:lnTo>
                    <a:pt x="5301503" y="359802"/>
                  </a:lnTo>
                  <a:lnTo>
                    <a:pt x="5317537" y="404398"/>
                  </a:lnTo>
                  <a:lnTo>
                    <a:pt x="5330873" y="450182"/>
                  </a:lnTo>
                  <a:lnTo>
                    <a:pt x="5341414" y="497060"/>
                  </a:lnTo>
                  <a:lnTo>
                    <a:pt x="5349064" y="544938"/>
                  </a:lnTo>
                  <a:lnTo>
                    <a:pt x="5353725" y="593721"/>
                  </a:lnTo>
                  <a:lnTo>
                    <a:pt x="5355300" y="643315"/>
                  </a:lnTo>
                  <a:lnTo>
                    <a:pt x="5353515" y="696373"/>
                  </a:lnTo>
                  <a:lnTo>
                    <a:pt x="5348235" y="748530"/>
                  </a:lnTo>
                  <a:lnTo>
                    <a:pt x="5339572" y="799661"/>
                  </a:lnTo>
                  <a:lnTo>
                    <a:pt x="5327638" y="849643"/>
                  </a:lnTo>
                  <a:lnTo>
                    <a:pt x="5312545" y="898352"/>
                  </a:lnTo>
                  <a:lnTo>
                    <a:pt x="5294405" y="945664"/>
                  </a:lnTo>
                  <a:lnTo>
                    <a:pt x="5273330" y="991456"/>
                  </a:lnTo>
                  <a:lnTo>
                    <a:pt x="5249432" y="1035603"/>
                  </a:lnTo>
                  <a:lnTo>
                    <a:pt x="5222823" y="1077982"/>
                  </a:lnTo>
                  <a:lnTo>
                    <a:pt x="5193614" y="1118469"/>
                  </a:lnTo>
                  <a:lnTo>
                    <a:pt x="5161919" y="1156941"/>
                  </a:lnTo>
                  <a:lnTo>
                    <a:pt x="5127848" y="1193273"/>
                  </a:lnTo>
                  <a:lnTo>
                    <a:pt x="5091548" y="1227343"/>
                  </a:lnTo>
                  <a:lnTo>
                    <a:pt x="5053162" y="1259039"/>
                  </a:lnTo>
                  <a:lnTo>
                    <a:pt x="5012796" y="1288248"/>
                  </a:lnTo>
                  <a:lnTo>
                    <a:pt x="4970556" y="1314857"/>
                  </a:lnTo>
                  <a:lnTo>
                    <a:pt x="4926547" y="1338755"/>
                  </a:lnTo>
                  <a:lnTo>
                    <a:pt x="4880876" y="1359830"/>
                  </a:lnTo>
                  <a:lnTo>
                    <a:pt x="4833650" y="1377970"/>
                  </a:lnTo>
                  <a:lnTo>
                    <a:pt x="4784973" y="1393063"/>
                  </a:lnTo>
                  <a:lnTo>
                    <a:pt x="4734953" y="1404997"/>
                  </a:lnTo>
                  <a:lnTo>
                    <a:pt x="4683695" y="1413660"/>
                  </a:lnTo>
                  <a:lnTo>
                    <a:pt x="4631305" y="1418940"/>
                  </a:lnTo>
                  <a:lnTo>
                    <a:pt x="4577890" y="1420724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89318" y="1911557"/>
              <a:ext cx="5358765" cy="1553210"/>
            </a:xfrm>
            <a:custGeom>
              <a:avLst/>
              <a:gdLst/>
              <a:ahLst/>
              <a:cxnLst/>
              <a:rect l="l" t="t" r="r" b="b"/>
              <a:pathLst>
                <a:path w="5358765" h="1553210">
                  <a:moveTo>
                    <a:pt x="4581285" y="1553121"/>
                  </a:moveTo>
                  <a:lnTo>
                    <a:pt x="254610" y="1553121"/>
                  </a:lnTo>
                  <a:lnTo>
                    <a:pt x="208773" y="1549028"/>
                  </a:lnTo>
                  <a:lnTo>
                    <a:pt x="165660" y="1537223"/>
                  </a:lnTo>
                  <a:lnTo>
                    <a:pt x="125984" y="1518419"/>
                  </a:lnTo>
                  <a:lnTo>
                    <a:pt x="90458" y="1493328"/>
                  </a:lnTo>
                  <a:lnTo>
                    <a:pt x="59793" y="1462663"/>
                  </a:lnTo>
                  <a:lnTo>
                    <a:pt x="34702" y="1427137"/>
                  </a:lnTo>
                  <a:lnTo>
                    <a:pt x="15898" y="1387461"/>
                  </a:lnTo>
                  <a:lnTo>
                    <a:pt x="4093" y="1344348"/>
                  </a:lnTo>
                  <a:lnTo>
                    <a:pt x="0" y="1298511"/>
                  </a:lnTo>
                  <a:lnTo>
                    <a:pt x="0" y="254610"/>
                  </a:lnTo>
                  <a:lnTo>
                    <a:pt x="4093" y="208773"/>
                  </a:lnTo>
                  <a:lnTo>
                    <a:pt x="15898" y="165660"/>
                  </a:lnTo>
                  <a:lnTo>
                    <a:pt x="34702" y="125984"/>
                  </a:lnTo>
                  <a:lnTo>
                    <a:pt x="59793" y="90458"/>
                  </a:lnTo>
                  <a:lnTo>
                    <a:pt x="90458" y="59793"/>
                  </a:lnTo>
                  <a:lnTo>
                    <a:pt x="125984" y="34702"/>
                  </a:lnTo>
                  <a:lnTo>
                    <a:pt x="165660" y="15898"/>
                  </a:lnTo>
                  <a:lnTo>
                    <a:pt x="208773" y="4093"/>
                  </a:lnTo>
                  <a:lnTo>
                    <a:pt x="254610" y="0"/>
                  </a:lnTo>
                  <a:lnTo>
                    <a:pt x="4581285" y="0"/>
                  </a:lnTo>
                  <a:lnTo>
                    <a:pt x="4628652" y="1418"/>
                  </a:lnTo>
                  <a:lnTo>
                    <a:pt x="4675267" y="5619"/>
                  </a:lnTo>
                  <a:lnTo>
                    <a:pt x="4721049" y="12522"/>
                  </a:lnTo>
                  <a:lnTo>
                    <a:pt x="4765917" y="22044"/>
                  </a:lnTo>
                  <a:lnTo>
                    <a:pt x="4809789" y="34106"/>
                  </a:lnTo>
                  <a:lnTo>
                    <a:pt x="4852585" y="48626"/>
                  </a:lnTo>
                  <a:lnTo>
                    <a:pt x="4894222" y="65522"/>
                  </a:lnTo>
                  <a:lnTo>
                    <a:pt x="4934621" y="84713"/>
                  </a:lnTo>
                  <a:lnTo>
                    <a:pt x="4973699" y="106119"/>
                  </a:lnTo>
                  <a:lnTo>
                    <a:pt x="5011375" y="129657"/>
                  </a:lnTo>
                  <a:lnTo>
                    <a:pt x="5047568" y="155246"/>
                  </a:lnTo>
                  <a:lnTo>
                    <a:pt x="5082197" y="182807"/>
                  </a:lnTo>
                  <a:lnTo>
                    <a:pt x="5115181" y="212256"/>
                  </a:lnTo>
                  <a:lnTo>
                    <a:pt x="5146438" y="243513"/>
                  </a:lnTo>
                  <a:lnTo>
                    <a:pt x="5175887" y="276497"/>
                  </a:lnTo>
                  <a:lnTo>
                    <a:pt x="5203447" y="311126"/>
                  </a:lnTo>
                  <a:lnTo>
                    <a:pt x="5229037" y="347319"/>
                  </a:lnTo>
                  <a:lnTo>
                    <a:pt x="5252575" y="384995"/>
                  </a:lnTo>
                  <a:lnTo>
                    <a:pt x="5273981" y="424073"/>
                  </a:lnTo>
                  <a:lnTo>
                    <a:pt x="5293172" y="464471"/>
                  </a:lnTo>
                  <a:lnTo>
                    <a:pt x="5310068" y="506109"/>
                  </a:lnTo>
                  <a:lnTo>
                    <a:pt x="5324588" y="548905"/>
                  </a:lnTo>
                  <a:lnTo>
                    <a:pt x="5336649" y="592777"/>
                  </a:lnTo>
                  <a:lnTo>
                    <a:pt x="5346172" y="637645"/>
                  </a:lnTo>
                  <a:lnTo>
                    <a:pt x="5353075" y="683427"/>
                  </a:lnTo>
                  <a:lnTo>
                    <a:pt x="5357276" y="730042"/>
                  </a:lnTo>
                  <a:lnTo>
                    <a:pt x="5358694" y="777409"/>
                  </a:lnTo>
                  <a:lnTo>
                    <a:pt x="5357276" y="824769"/>
                  </a:lnTo>
                  <a:lnTo>
                    <a:pt x="5353075" y="871365"/>
                  </a:lnTo>
                  <a:lnTo>
                    <a:pt x="5346172" y="917115"/>
                  </a:lnTo>
                  <a:lnTo>
                    <a:pt x="5336650" y="961941"/>
                  </a:lnTo>
                  <a:lnTo>
                    <a:pt x="5324588" y="1005761"/>
                  </a:lnTo>
                  <a:lnTo>
                    <a:pt x="5310068" y="1048495"/>
                  </a:lnTo>
                  <a:lnTo>
                    <a:pt x="5293172" y="1090064"/>
                  </a:lnTo>
                  <a:lnTo>
                    <a:pt x="5273981" y="1130387"/>
                  </a:lnTo>
                  <a:lnTo>
                    <a:pt x="5252576" y="1169383"/>
                  </a:lnTo>
                  <a:lnTo>
                    <a:pt x="5229038" y="1206973"/>
                  </a:lnTo>
                  <a:lnTo>
                    <a:pt x="5203448" y="1243077"/>
                  </a:lnTo>
                  <a:lnTo>
                    <a:pt x="5175888" y="1277614"/>
                  </a:lnTo>
                  <a:lnTo>
                    <a:pt x="5146439" y="1310504"/>
                  </a:lnTo>
                  <a:lnTo>
                    <a:pt x="5115181" y="1341667"/>
                  </a:lnTo>
                  <a:lnTo>
                    <a:pt x="5082198" y="1371022"/>
                  </a:lnTo>
                  <a:lnTo>
                    <a:pt x="5047569" y="1398490"/>
                  </a:lnTo>
                  <a:lnTo>
                    <a:pt x="5011375" y="1423990"/>
                  </a:lnTo>
                  <a:lnTo>
                    <a:pt x="4973699" y="1447443"/>
                  </a:lnTo>
                  <a:lnTo>
                    <a:pt x="4934621" y="1468767"/>
                  </a:lnTo>
                  <a:lnTo>
                    <a:pt x="4894223" y="1487882"/>
                  </a:lnTo>
                  <a:lnTo>
                    <a:pt x="4852585" y="1504709"/>
                  </a:lnTo>
                  <a:lnTo>
                    <a:pt x="4809790" y="1519168"/>
                  </a:lnTo>
                  <a:lnTo>
                    <a:pt x="4765917" y="1531177"/>
                  </a:lnTo>
                  <a:lnTo>
                    <a:pt x="4721049" y="1540658"/>
                  </a:lnTo>
                  <a:lnTo>
                    <a:pt x="4675267" y="1547529"/>
                  </a:lnTo>
                  <a:lnTo>
                    <a:pt x="4628652" y="1551710"/>
                  </a:lnTo>
                  <a:lnTo>
                    <a:pt x="4581285" y="155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72344" y="1894583"/>
              <a:ext cx="5393055" cy="1587500"/>
            </a:xfrm>
            <a:custGeom>
              <a:avLst/>
              <a:gdLst/>
              <a:ahLst/>
              <a:cxnLst/>
              <a:rect l="l" t="t" r="r" b="b"/>
              <a:pathLst>
                <a:path w="5393055" h="1587500">
                  <a:moveTo>
                    <a:pt x="4598259" y="1587070"/>
                  </a:moveTo>
                  <a:lnTo>
                    <a:pt x="271584" y="1587070"/>
                  </a:lnTo>
                  <a:lnTo>
                    <a:pt x="222930" y="1582674"/>
                  </a:lnTo>
                  <a:lnTo>
                    <a:pt x="177069" y="1570007"/>
                  </a:lnTo>
                  <a:lnTo>
                    <a:pt x="134786" y="1549852"/>
                  </a:lnTo>
                  <a:lnTo>
                    <a:pt x="96861" y="1522992"/>
                  </a:lnTo>
                  <a:lnTo>
                    <a:pt x="64077" y="1490208"/>
                  </a:lnTo>
                  <a:lnTo>
                    <a:pt x="37217" y="1452283"/>
                  </a:lnTo>
                  <a:lnTo>
                    <a:pt x="17062" y="1410000"/>
                  </a:lnTo>
                  <a:lnTo>
                    <a:pt x="4396" y="1364140"/>
                  </a:lnTo>
                  <a:lnTo>
                    <a:pt x="0" y="1315485"/>
                  </a:lnTo>
                  <a:lnTo>
                    <a:pt x="0" y="271584"/>
                  </a:lnTo>
                  <a:lnTo>
                    <a:pt x="4313" y="223848"/>
                  </a:lnTo>
                  <a:lnTo>
                    <a:pt x="17062" y="177069"/>
                  </a:lnTo>
                  <a:lnTo>
                    <a:pt x="37217" y="134786"/>
                  </a:lnTo>
                  <a:lnTo>
                    <a:pt x="64077" y="96861"/>
                  </a:lnTo>
                  <a:lnTo>
                    <a:pt x="96861" y="64077"/>
                  </a:lnTo>
                  <a:lnTo>
                    <a:pt x="134786" y="37217"/>
                  </a:lnTo>
                  <a:lnTo>
                    <a:pt x="177069" y="17062"/>
                  </a:lnTo>
                  <a:lnTo>
                    <a:pt x="222930" y="4396"/>
                  </a:lnTo>
                  <a:lnTo>
                    <a:pt x="271584" y="0"/>
                  </a:lnTo>
                  <a:lnTo>
                    <a:pt x="4598259" y="0"/>
                  </a:lnTo>
                  <a:lnTo>
                    <a:pt x="4646569" y="1452"/>
                  </a:lnTo>
                  <a:lnTo>
                    <a:pt x="4694124" y="5755"/>
                  </a:lnTo>
                  <a:lnTo>
                    <a:pt x="4740841" y="12824"/>
                  </a:lnTo>
                  <a:lnTo>
                    <a:pt x="4786636" y="22576"/>
                  </a:lnTo>
                  <a:lnTo>
                    <a:pt x="4827878" y="33948"/>
                  </a:lnTo>
                  <a:lnTo>
                    <a:pt x="271584" y="33948"/>
                  </a:lnTo>
                  <a:lnTo>
                    <a:pt x="223848" y="38798"/>
                  </a:lnTo>
                  <a:lnTo>
                    <a:pt x="179314" y="52699"/>
                  </a:lnTo>
                  <a:lnTo>
                    <a:pt x="138958" y="74675"/>
                  </a:lnTo>
                  <a:lnTo>
                    <a:pt x="103753" y="103753"/>
                  </a:lnTo>
                  <a:lnTo>
                    <a:pt x="74675" y="138958"/>
                  </a:lnTo>
                  <a:lnTo>
                    <a:pt x="52699" y="179314"/>
                  </a:lnTo>
                  <a:lnTo>
                    <a:pt x="38798" y="223848"/>
                  </a:lnTo>
                  <a:lnTo>
                    <a:pt x="33948" y="271584"/>
                  </a:lnTo>
                  <a:lnTo>
                    <a:pt x="33948" y="1315485"/>
                  </a:lnTo>
                  <a:lnTo>
                    <a:pt x="38798" y="1363221"/>
                  </a:lnTo>
                  <a:lnTo>
                    <a:pt x="52699" y="1407755"/>
                  </a:lnTo>
                  <a:lnTo>
                    <a:pt x="74675" y="1448111"/>
                  </a:lnTo>
                  <a:lnTo>
                    <a:pt x="103753" y="1483316"/>
                  </a:lnTo>
                  <a:lnTo>
                    <a:pt x="138958" y="1512394"/>
                  </a:lnTo>
                  <a:lnTo>
                    <a:pt x="179314" y="1534371"/>
                  </a:lnTo>
                  <a:lnTo>
                    <a:pt x="223848" y="1548271"/>
                  </a:lnTo>
                  <a:lnTo>
                    <a:pt x="271584" y="1553122"/>
                  </a:lnTo>
                  <a:lnTo>
                    <a:pt x="4828421" y="1553122"/>
                  </a:lnTo>
                  <a:lnTo>
                    <a:pt x="4786636" y="1564594"/>
                  </a:lnTo>
                  <a:lnTo>
                    <a:pt x="4740841" y="1574303"/>
                  </a:lnTo>
                  <a:lnTo>
                    <a:pt x="4694124" y="1581340"/>
                  </a:lnTo>
                  <a:lnTo>
                    <a:pt x="4646569" y="1585623"/>
                  </a:lnTo>
                  <a:lnTo>
                    <a:pt x="4598259" y="1587070"/>
                  </a:lnTo>
                  <a:close/>
                </a:path>
                <a:path w="5393055" h="1587500">
                  <a:moveTo>
                    <a:pt x="4828421" y="1553122"/>
                  </a:moveTo>
                  <a:lnTo>
                    <a:pt x="4598259" y="1553122"/>
                  </a:lnTo>
                  <a:lnTo>
                    <a:pt x="4646274" y="1551622"/>
                  </a:lnTo>
                  <a:lnTo>
                    <a:pt x="4693505" y="1547185"/>
                  </a:lnTo>
                  <a:lnTo>
                    <a:pt x="4739864" y="1539899"/>
                  </a:lnTo>
                  <a:lnTo>
                    <a:pt x="4785261" y="1529854"/>
                  </a:lnTo>
                  <a:lnTo>
                    <a:pt x="4829605" y="1517140"/>
                  </a:lnTo>
                  <a:lnTo>
                    <a:pt x="4872807" y="1501847"/>
                  </a:lnTo>
                  <a:lnTo>
                    <a:pt x="4914777" y="1484065"/>
                  </a:lnTo>
                  <a:lnTo>
                    <a:pt x="4955426" y="1463883"/>
                  </a:lnTo>
                  <a:lnTo>
                    <a:pt x="4994663" y="1441392"/>
                  </a:lnTo>
                  <a:lnTo>
                    <a:pt x="5032398" y="1416680"/>
                  </a:lnTo>
                  <a:lnTo>
                    <a:pt x="5068543" y="1389839"/>
                  </a:lnTo>
                  <a:lnTo>
                    <a:pt x="5103006" y="1360958"/>
                  </a:lnTo>
                  <a:lnTo>
                    <a:pt x="5135699" y="1330125"/>
                  </a:lnTo>
                  <a:lnTo>
                    <a:pt x="5166531" y="1297433"/>
                  </a:lnTo>
                  <a:lnTo>
                    <a:pt x="5195412" y="1262969"/>
                  </a:lnTo>
                  <a:lnTo>
                    <a:pt x="5222254" y="1226825"/>
                  </a:lnTo>
                  <a:lnTo>
                    <a:pt x="5246965" y="1189089"/>
                  </a:lnTo>
                  <a:lnTo>
                    <a:pt x="5269456" y="1149852"/>
                  </a:lnTo>
                  <a:lnTo>
                    <a:pt x="5289638" y="1109204"/>
                  </a:lnTo>
                  <a:lnTo>
                    <a:pt x="5307420" y="1067234"/>
                  </a:lnTo>
                  <a:lnTo>
                    <a:pt x="5322713" y="1024032"/>
                  </a:lnTo>
                  <a:lnTo>
                    <a:pt x="5335427" y="979687"/>
                  </a:lnTo>
                  <a:lnTo>
                    <a:pt x="5345472" y="934291"/>
                  </a:lnTo>
                  <a:lnTo>
                    <a:pt x="5352758" y="887932"/>
                  </a:lnTo>
                  <a:lnTo>
                    <a:pt x="5357195" y="840700"/>
                  </a:lnTo>
                  <a:lnTo>
                    <a:pt x="5358642" y="794383"/>
                  </a:lnTo>
                  <a:lnTo>
                    <a:pt x="5358695" y="792686"/>
                  </a:lnTo>
                  <a:lnTo>
                    <a:pt x="5357239" y="746074"/>
                  </a:lnTo>
                  <a:lnTo>
                    <a:pt x="5352857" y="698518"/>
                  </a:lnTo>
                  <a:lnTo>
                    <a:pt x="5345575" y="651802"/>
                  </a:lnTo>
                  <a:lnTo>
                    <a:pt x="5335474" y="606007"/>
                  </a:lnTo>
                  <a:lnTo>
                    <a:pt x="5335427" y="605792"/>
                  </a:lnTo>
                  <a:lnTo>
                    <a:pt x="5322713" y="561504"/>
                  </a:lnTo>
                  <a:lnTo>
                    <a:pt x="5307420" y="518367"/>
                  </a:lnTo>
                  <a:lnTo>
                    <a:pt x="5289638" y="476471"/>
                  </a:lnTo>
                  <a:lnTo>
                    <a:pt x="5269456" y="435902"/>
                  </a:lnTo>
                  <a:lnTo>
                    <a:pt x="5246965" y="396752"/>
                  </a:lnTo>
                  <a:lnTo>
                    <a:pt x="5222254" y="359107"/>
                  </a:lnTo>
                  <a:lnTo>
                    <a:pt x="5195412" y="323057"/>
                  </a:lnTo>
                  <a:lnTo>
                    <a:pt x="5166531" y="288690"/>
                  </a:lnTo>
                  <a:lnTo>
                    <a:pt x="5135699" y="256095"/>
                  </a:lnTo>
                  <a:lnTo>
                    <a:pt x="5103006" y="225361"/>
                  </a:lnTo>
                  <a:lnTo>
                    <a:pt x="5068543" y="196576"/>
                  </a:lnTo>
                  <a:lnTo>
                    <a:pt x="5032398" y="169828"/>
                  </a:lnTo>
                  <a:lnTo>
                    <a:pt x="4994663" y="145208"/>
                  </a:lnTo>
                  <a:lnTo>
                    <a:pt x="4955426" y="122803"/>
                  </a:lnTo>
                  <a:lnTo>
                    <a:pt x="4914777" y="102701"/>
                  </a:lnTo>
                  <a:lnTo>
                    <a:pt x="4872807" y="84992"/>
                  </a:lnTo>
                  <a:lnTo>
                    <a:pt x="4829605" y="69765"/>
                  </a:lnTo>
                  <a:lnTo>
                    <a:pt x="4785261" y="57107"/>
                  </a:lnTo>
                  <a:lnTo>
                    <a:pt x="4739864" y="47108"/>
                  </a:lnTo>
                  <a:lnTo>
                    <a:pt x="4693505" y="39856"/>
                  </a:lnTo>
                  <a:lnTo>
                    <a:pt x="4646274" y="35439"/>
                  </a:lnTo>
                  <a:lnTo>
                    <a:pt x="4598259" y="33948"/>
                  </a:lnTo>
                  <a:lnTo>
                    <a:pt x="4827878" y="33948"/>
                  </a:lnTo>
                  <a:lnTo>
                    <a:pt x="4875124" y="49790"/>
                  </a:lnTo>
                  <a:lnTo>
                    <a:pt x="4917650" y="67085"/>
                  </a:lnTo>
                  <a:lnTo>
                    <a:pt x="4958918" y="86728"/>
                  </a:lnTo>
                  <a:lnTo>
                    <a:pt x="4998846" y="108633"/>
                  </a:lnTo>
                  <a:lnTo>
                    <a:pt x="5037348" y="132718"/>
                  </a:lnTo>
                  <a:lnTo>
                    <a:pt x="5074342" y="158899"/>
                  </a:lnTo>
                  <a:lnTo>
                    <a:pt x="5109742" y="187091"/>
                  </a:lnTo>
                  <a:lnTo>
                    <a:pt x="5143467" y="217211"/>
                  </a:lnTo>
                  <a:lnTo>
                    <a:pt x="5175431" y="249175"/>
                  </a:lnTo>
                  <a:lnTo>
                    <a:pt x="5205551" y="282900"/>
                  </a:lnTo>
                  <a:lnTo>
                    <a:pt x="5233744" y="318301"/>
                  </a:lnTo>
                  <a:lnTo>
                    <a:pt x="5259924" y="355294"/>
                  </a:lnTo>
                  <a:lnTo>
                    <a:pt x="5284009" y="393797"/>
                  </a:lnTo>
                  <a:lnTo>
                    <a:pt x="5305914" y="433724"/>
                  </a:lnTo>
                  <a:lnTo>
                    <a:pt x="5325557" y="474992"/>
                  </a:lnTo>
                  <a:lnTo>
                    <a:pt x="5342852" y="517518"/>
                  </a:lnTo>
                  <a:lnTo>
                    <a:pt x="5357717" y="561218"/>
                  </a:lnTo>
                  <a:lnTo>
                    <a:pt x="5370007" y="605792"/>
                  </a:lnTo>
                  <a:lnTo>
                    <a:pt x="5370066" y="606007"/>
                  </a:lnTo>
                  <a:lnTo>
                    <a:pt x="5379818" y="651802"/>
                  </a:lnTo>
                  <a:lnTo>
                    <a:pt x="5386887" y="698518"/>
                  </a:lnTo>
                  <a:lnTo>
                    <a:pt x="5391063" y="744679"/>
                  </a:lnTo>
                  <a:lnTo>
                    <a:pt x="5392592" y="792686"/>
                  </a:lnTo>
                  <a:lnTo>
                    <a:pt x="5392643" y="794383"/>
                  </a:lnTo>
                  <a:lnTo>
                    <a:pt x="5391249" y="840700"/>
                  </a:lnTo>
                  <a:lnTo>
                    <a:pt x="5391190" y="842686"/>
                  </a:lnTo>
                  <a:lnTo>
                    <a:pt x="5386887" y="890221"/>
                  </a:lnTo>
                  <a:lnTo>
                    <a:pt x="5379818" y="936907"/>
                  </a:lnTo>
                  <a:lnTo>
                    <a:pt x="5370066" y="982659"/>
                  </a:lnTo>
                  <a:lnTo>
                    <a:pt x="5357717" y="1027396"/>
                  </a:lnTo>
                  <a:lnTo>
                    <a:pt x="5342852" y="1071034"/>
                  </a:lnTo>
                  <a:lnTo>
                    <a:pt x="5325557" y="1113491"/>
                  </a:lnTo>
                  <a:lnTo>
                    <a:pt x="5305915" y="1154684"/>
                  </a:lnTo>
                  <a:lnTo>
                    <a:pt x="5284009" y="1194530"/>
                  </a:lnTo>
                  <a:lnTo>
                    <a:pt x="5259924" y="1232946"/>
                  </a:lnTo>
                  <a:lnTo>
                    <a:pt x="5233744" y="1269850"/>
                  </a:lnTo>
                  <a:lnTo>
                    <a:pt x="5205551" y="1305159"/>
                  </a:lnTo>
                  <a:lnTo>
                    <a:pt x="5175431" y="1338790"/>
                  </a:lnTo>
                  <a:lnTo>
                    <a:pt x="5143467" y="1370660"/>
                  </a:lnTo>
                  <a:lnTo>
                    <a:pt x="5109743" y="1400686"/>
                  </a:lnTo>
                  <a:lnTo>
                    <a:pt x="5074342" y="1428786"/>
                  </a:lnTo>
                  <a:lnTo>
                    <a:pt x="5037348" y="1454877"/>
                  </a:lnTo>
                  <a:lnTo>
                    <a:pt x="4998846" y="1478876"/>
                  </a:lnTo>
                  <a:lnTo>
                    <a:pt x="4958918" y="1500700"/>
                  </a:lnTo>
                  <a:lnTo>
                    <a:pt x="4917650" y="1520267"/>
                  </a:lnTo>
                  <a:lnTo>
                    <a:pt x="4875124" y="1537493"/>
                  </a:lnTo>
                  <a:lnTo>
                    <a:pt x="4831425" y="1552297"/>
                  </a:lnTo>
                  <a:lnTo>
                    <a:pt x="4828421" y="1553122"/>
                  </a:lnTo>
                  <a:close/>
                </a:path>
              </a:pathLst>
            </a:custGeom>
            <a:solidFill>
              <a:srgbClr val="336F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12385762" y="8132075"/>
            <a:ext cx="5586095" cy="1125855"/>
          </a:xfrm>
          <a:custGeom>
            <a:avLst/>
            <a:gdLst/>
            <a:ahLst/>
            <a:cxnLst/>
            <a:rect l="l" t="t" r="r" b="b"/>
            <a:pathLst>
              <a:path w="5586094" h="1125854">
                <a:moveTo>
                  <a:pt x="5586084" y="562903"/>
                </a:moveTo>
                <a:lnTo>
                  <a:pt x="5584021" y="514334"/>
                </a:lnTo>
                <a:lnTo>
                  <a:pt x="5577944" y="466911"/>
                </a:lnTo>
                <a:lnTo>
                  <a:pt x="5568021" y="420806"/>
                </a:lnTo>
                <a:lnTo>
                  <a:pt x="5554422" y="376185"/>
                </a:lnTo>
                <a:lnTo>
                  <a:pt x="5537316" y="333218"/>
                </a:lnTo>
                <a:lnTo>
                  <a:pt x="5516870" y="292075"/>
                </a:lnTo>
                <a:lnTo>
                  <a:pt x="5493254" y="252924"/>
                </a:lnTo>
                <a:lnTo>
                  <a:pt x="5466637" y="215934"/>
                </a:lnTo>
                <a:lnTo>
                  <a:pt x="5437186" y="181274"/>
                </a:lnTo>
                <a:lnTo>
                  <a:pt x="5405072" y="149113"/>
                </a:lnTo>
                <a:lnTo>
                  <a:pt x="5370462" y="119620"/>
                </a:lnTo>
                <a:lnTo>
                  <a:pt x="5333525" y="92963"/>
                </a:lnTo>
                <a:lnTo>
                  <a:pt x="5294431" y="69313"/>
                </a:lnTo>
                <a:lnTo>
                  <a:pt x="5253347" y="48838"/>
                </a:lnTo>
                <a:lnTo>
                  <a:pt x="5210442" y="31707"/>
                </a:lnTo>
                <a:lnTo>
                  <a:pt x="5165886" y="18088"/>
                </a:lnTo>
                <a:lnTo>
                  <a:pt x="5119847" y="8152"/>
                </a:lnTo>
                <a:lnTo>
                  <a:pt x="5072493" y="2066"/>
                </a:lnTo>
                <a:lnTo>
                  <a:pt x="5023994" y="0"/>
                </a:lnTo>
                <a:lnTo>
                  <a:pt x="0" y="0"/>
                </a:lnTo>
                <a:lnTo>
                  <a:pt x="456686" y="236613"/>
                </a:lnTo>
                <a:lnTo>
                  <a:pt x="448051" y="248179"/>
                </a:lnTo>
                <a:lnTo>
                  <a:pt x="419897" y="294591"/>
                </a:lnTo>
                <a:lnTo>
                  <a:pt x="396228" y="343796"/>
                </a:lnTo>
                <a:lnTo>
                  <a:pt x="377327" y="395513"/>
                </a:lnTo>
                <a:lnTo>
                  <a:pt x="363477" y="449459"/>
                </a:lnTo>
                <a:lnTo>
                  <a:pt x="352056" y="562903"/>
                </a:lnTo>
                <a:lnTo>
                  <a:pt x="363477" y="676348"/>
                </a:lnTo>
                <a:lnTo>
                  <a:pt x="375314" y="723666"/>
                </a:lnTo>
                <a:lnTo>
                  <a:pt x="391045" y="769305"/>
                </a:lnTo>
                <a:lnTo>
                  <a:pt x="410481" y="813076"/>
                </a:lnTo>
                <a:lnTo>
                  <a:pt x="433432" y="854789"/>
                </a:lnTo>
                <a:lnTo>
                  <a:pt x="459709" y="894254"/>
                </a:lnTo>
                <a:lnTo>
                  <a:pt x="489123" y="931281"/>
                </a:lnTo>
                <a:lnTo>
                  <a:pt x="521484" y="965682"/>
                </a:lnTo>
                <a:lnTo>
                  <a:pt x="556603" y="997267"/>
                </a:lnTo>
                <a:lnTo>
                  <a:pt x="594292" y="1025845"/>
                </a:lnTo>
                <a:lnTo>
                  <a:pt x="634360" y="1051228"/>
                </a:lnTo>
                <a:lnTo>
                  <a:pt x="676618" y="1073226"/>
                </a:lnTo>
                <a:lnTo>
                  <a:pt x="720878" y="1091650"/>
                </a:lnTo>
                <a:lnTo>
                  <a:pt x="766949" y="1106309"/>
                </a:lnTo>
                <a:lnTo>
                  <a:pt x="814643" y="1117015"/>
                </a:lnTo>
                <a:lnTo>
                  <a:pt x="863770" y="1123577"/>
                </a:lnTo>
                <a:lnTo>
                  <a:pt x="914142" y="1125807"/>
                </a:lnTo>
                <a:lnTo>
                  <a:pt x="5023994" y="1125807"/>
                </a:lnTo>
                <a:lnTo>
                  <a:pt x="5072493" y="1123741"/>
                </a:lnTo>
                <a:lnTo>
                  <a:pt x="5119847" y="1117655"/>
                </a:lnTo>
                <a:lnTo>
                  <a:pt x="5165886" y="1107718"/>
                </a:lnTo>
                <a:lnTo>
                  <a:pt x="5210442" y="1094100"/>
                </a:lnTo>
                <a:lnTo>
                  <a:pt x="5253347" y="1076968"/>
                </a:lnTo>
                <a:lnTo>
                  <a:pt x="5294431" y="1056493"/>
                </a:lnTo>
                <a:lnTo>
                  <a:pt x="5333525" y="1032843"/>
                </a:lnTo>
                <a:lnTo>
                  <a:pt x="5370462" y="1006187"/>
                </a:lnTo>
                <a:lnTo>
                  <a:pt x="5405072" y="976694"/>
                </a:lnTo>
                <a:lnTo>
                  <a:pt x="5437186" y="944533"/>
                </a:lnTo>
                <a:lnTo>
                  <a:pt x="5466637" y="909873"/>
                </a:lnTo>
                <a:lnTo>
                  <a:pt x="5493254" y="872883"/>
                </a:lnTo>
                <a:lnTo>
                  <a:pt x="5516870" y="833731"/>
                </a:lnTo>
                <a:lnTo>
                  <a:pt x="5537316" y="792588"/>
                </a:lnTo>
                <a:lnTo>
                  <a:pt x="5554422" y="749622"/>
                </a:lnTo>
                <a:lnTo>
                  <a:pt x="5568021" y="705001"/>
                </a:lnTo>
                <a:lnTo>
                  <a:pt x="5577944" y="658895"/>
                </a:lnTo>
                <a:lnTo>
                  <a:pt x="5584021" y="611473"/>
                </a:lnTo>
                <a:lnTo>
                  <a:pt x="5586084" y="562903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11859029" y="4184967"/>
            <a:ext cx="389255" cy="4142104"/>
            <a:chOff x="11859029" y="4184967"/>
            <a:chExt cx="389255" cy="4142104"/>
          </a:xfrm>
        </p:grpSpPr>
        <p:sp>
          <p:nvSpPr>
            <p:cNvPr id="22" name="object 22"/>
            <p:cNvSpPr/>
            <p:nvPr/>
          </p:nvSpPr>
          <p:spPr>
            <a:xfrm>
              <a:off x="11996929" y="4214356"/>
              <a:ext cx="111125" cy="3947160"/>
            </a:xfrm>
            <a:custGeom>
              <a:avLst/>
              <a:gdLst/>
              <a:ahLst/>
              <a:cxnLst/>
              <a:rect l="l" t="t" r="r" b="b"/>
              <a:pathLst>
                <a:path w="111125" h="3947159">
                  <a:moveTo>
                    <a:pt x="110772" y="0"/>
                  </a:moveTo>
                  <a:lnTo>
                    <a:pt x="0" y="0"/>
                  </a:lnTo>
                  <a:lnTo>
                    <a:pt x="0" y="3947107"/>
                  </a:lnTo>
                  <a:lnTo>
                    <a:pt x="110772" y="3947107"/>
                  </a:lnTo>
                  <a:lnTo>
                    <a:pt x="1107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859029" y="7939919"/>
              <a:ext cx="389255" cy="386715"/>
            </a:xfrm>
            <a:custGeom>
              <a:avLst/>
              <a:gdLst/>
              <a:ahLst/>
              <a:cxnLst/>
              <a:rect l="l" t="t" r="r" b="b"/>
              <a:pathLst>
                <a:path w="389254" h="386715">
                  <a:moveTo>
                    <a:pt x="194416" y="0"/>
                  </a:moveTo>
                  <a:lnTo>
                    <a:pt x="149838" y="5104"/>
                  </a:lnTo>
                  <a:lnTo>
                    <a:pt x="108917" y="19645"/>
                  </a:lnTo>
                  <a:lnTo>
                    <a:pt x="72819" y="42463"/>
                  </a:lnTo>
                  <a:lnTo>
                    <a:pt x="42711" y="72395"/>
                  </a:lnTo>
                  <a:lnTo>
                    <a:pt x="19760" y="108284"/>
                  </a:lnTo>
                  <a:lnTo>
                    <a:pt x="5134" y="148967"/>
                  </a:lnTo>
                  <a:lnTo>
                    <a:pt x="0" y="193286"/>
                  </a:lnTo>
                  <a:lnTo>
                    <a:pt x="5134" y="237605"/>
                  </a:lnTo>
                  <a:lnTo>
                    <a:pt x="19760" y="278288"/>
                  </a:lnTo>
                  <a:lnTo>
                    <a:pt x="42711" y="314176"/>
                  </a:lnTo>
                  <a:lnTo>
                    <a:pt x="72819" y="344109"/>
                  </a:lnTo>
                  <a:lnTo>
                    <a:pt x="108917" y="366926"/>
                  </a:lnTo>
                  <a:lnTo>
                    <a:pt x="149838" y="381467"/>
                  </a:lnTo>
                  <a:lnTo>
                    <a:pt x="194416" y="386572"/>
                  </a:lnTo>
                  <a:lnTo>
                    <a:pt x="238994" y="381467"/>
                  </a:lnTo>
                  <a:lnTo>
                    <a:pt x="279916" y="366926"/>
                  </a:lnTo>
                  <a:lnTo>
                    <a:pt x="316014" y="344109"/>
                  </a:lnTo>
                  <a:lnTo>
                    <a:pt x="346122" y="314176"/>
                  </a:lnTo>
                  <a:lnTo>
                    <a:pt x="369072" y="278288"/>
                  </a:lnTo>
                  <a:lnTo>
                    <a:pt x="383698" y="237605"/>
                  </a:lnTo>
                  <a:lnTo>
                    <a:pt x="388833" y="193286"/>
                  </a:lnTo>
                  <a:lnTo>
                    <a:pt x="383698" y="148967"/>
                  </a:lnTo>
                  <a:lnTo>
                    <a:pt x="369072" y="108284"/>
                  </a:lnTo>
                  <a:lnTo>
                    <a:pt x="346122" y="72395"/>
                  </a:lnTo>
                  <a:lnTo>
                    <a:pt x="316014" y="42463"/>
                  </a:lnTo>
                  <a:lnTo>
                    <a:pt x="279916" y="19645"/>
                  </a:lnTo>
                  <a:lnTo>
                    <a:pt x="238994" y="5104"/>
                  </a:lnTo>
                  <a:lnTo>
                    <a:pt x="194416" y="0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859029" y="6687515"/>
              <a:ext cx="389255" cy="389255"/>
            </a:xfrm>
            <a:custGeom>
              <a:avLst/>
              <a:gdLst/>
              <a:ahLst/>
              <a:cxnLst/>
              <a:rect l="l" t="t" r="r" b="b"/>
              <a:pathLst>
                <a:path w="389254" h="389254">
                  <a:moveTo>
                    <a:pt x="194416" y="0"/>
                  </a:moveTo>
                  <a:lnTo>
                    <a:pt x="149838" y="5134"/>
                  </a:lnTo>
                  <a:lnTo>
                    <a:pt x="108917" y="19760"/>
                  </a:lnTo>
                  <a:lnTo>
                    <a:pt x="72819" y="42710"/>
                  </a:lnTo>
                  <a:lnTo>
                    <a:pt x="42711" y="72818"/>
                  </a:lnTo>
                  <a:lnTo>
                    <a:pt x="19760" y="108916"/>
                  </a:lnTo>
                  <a:lnTo>
                    <a:pt x="5134" y="149838"/>
                  </a:lnTo>
                  <a:lnTo>
                    <a:pt x="0" y="194416"/>
                  </a:lnTo>
                  <a:lnTo>
                    <a:pt x="5134" y="238994"/>
                  </a:lnTo>
                  <a:lnTo>
                    <a:pt x="19760" y="279915"/>
                  </a:lnTo>
                  <a:lnTo>
                    <a:pt x="42711" y="316014"/>
                  </a:lnTo>
                  <a:lnTo>
                    <a:pt x="72819" y="346121"/>
                  </a:lnTo>
                  <a:lnTo>
                    <a:pt x="108917" y="369072"/>
                  </a:lnTo>
                  <a:lnTo>
                    <a:pt x="149838" y="383698"/>
                  </a:lnTo>
                  <a:lnTo>
                    <a:pt x="194416" y="388833"/>
                  </a:lnTo>
                  <a:lnTo>
                    <a:pt x="238994" y="383698"/>
                  </a:lnTo>
                  <a:lnTo>
                    <a:pt x="279916" y="369072"/>
                  </a:lnTo>
                  <a:lnTo>
                    <a:pt x="316014" y="346121"/>
                  </a:lnTo>
                  <a:lnTo>
                    <a:pt x="346122" y="316014"/>
                  </a:lnTo>
                  <a:lnTo>
                    <a:pt x="369072" y="279915"/>
                  </a:lnTo>
                  <a:lnTo>
                    <a:pt x="383698" y="238994"/>
                  </a:lnTo>
                  <a:lnTo>
                    <a:pt x="388833" y="194416"/>
                  </a:lnTo>
                  <a:lnTo>
                    <a:pt x="383698" y="149838"/>
                  </a:lnTo>
                  <a:lnTo>
                    <a:pt x="369072" y="108916"/>
                  </a:lnTo>
                  <a:lnTo>
                    <a:pt x="346122" y="72818"/>
                  </a:lnTo>
                  <a:lnTo>
                    <a:pt x="316014" y="42710"/>
                  </a:lnTo>
                  <a:lnTo>
                    <a:pt x="279916" y="19760"/>
                  </a:lnTo>
                  <a:lnTo>
                    <a:pt x="238994" y="5134"/>
                  </a:lnTo>
                  <a:lnTo>
                    <a:pt x="194416" y="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859029" y="5437371"/>
              <a:ext cx="389255" cy="386715"/>
            </a:xfrm>
            <a:custGeom>
              <a:avLst/>
              <a:gdLst/>
              <a:ahLst/>
              <a:cxnLst/>
              <a:rect l="l" t="t" r="r" b="b"/>
              <a:pathLst>
                <a:path w="389254" h="386714">
                  <a:moveTo>
                    <a:pt x="194416" y="0"/>
                  </a:moveTo>
                  <a:lnTo>
                    <a:pt x="149838" y="5104"/>
                  </a:lnTo>
                  <a:lnTo>
                    <a:pt x="108917" y="19645"/>
                  </a:lnTo>
                  <a:lnTo>
                    <a:pt x="72819" y="42463"/>
                  </a:lnTo>
                  <a:lnTo>
                    <a:pt x="42711" y="72395"/>
                  </a:lnTo>
                  <a:lnTo>
                    <a:pt x="19760" y="108284"/>
                  </a:lnTo>
                  <a:lnTo>
                    <a:pt x="5134" y="148967"/>
                  </a:lnTo>
                  <a:lnTo>
                    <a:pt x="0" y="193286"/>
                  </a:lnTo>
                  <a:lnTo>
                    <a:pt x="5134" y="237605"/>
                  </a:lnTo>
                  <a:lnTo>
                    <a:pt x="19760" y="278288"/>
                  </a:lnTo>
                  <a:lnTo>
                    <a:pt x="42711" y="314176"/>
                  </a:lnTo>
                  <a:lnTo>
                    <a:pt x="72819" y="344109"/>
                  </a:lnTo>
                  <a:lnTo>
                    <a:pt x="108917" y="366926"/>
                  </a:lnTo>
                  <a:lnTo>
                    <a:pt x="149838" y="381467"/>
                  </a:lnTo>
                  <a:lnTo>
                    <a:pt x="194416" y="386572"/>
                  </a:lnTo>
                  <a:lnTo>
                    <a:pt x="238994" y="381467"/>
                  </a:lnTo>
                  <a:lnTo>
                    <a:pt x="279916" y="366926"/>
                  </a:lnTo>
                  <a:lnTo>
                    <a:pt x="316014" y="344109"/>
                  </a:lnTo>
                  <a:lnTo>
                    <a:pt x="346122" y="314176"/>
                  </a:lnTo>
                  <a:lnTo>
                    <a:pt x="369072" y="278288"/>
                  </a:lnTo>
                  <a:lnTo>
                    <a:pt x="383698" y="237605"/>
                  </a:lnTo>
                  <a:lnTo>
                    <a:pt x="388833" y="193286"/>
                  </a:lnTo>
                  <a:lnTo>
                    <a:pt x="383698" y="148967"/>
                  </a:lnTo>
                  <a:lnTo>
                    <a:pt x="369072" y="108284"/>
                  </a:lnTo>
                  <a:lnTo>
                    <a:pt x="346122" y="72395"/>
                  </a:lnTo>
                  <a:lnTo>
                    <a:pt x="316014" y="42463"/>
                  </a:lnTo>
                  <a:lnTo>
                    <a:pt x="279916" y="19645"/>
                  </a:lnTo>
                  <a:lnTo>
                    <a:pt x="238994" y="5104"/>
                  </a:lnTo>
                  <a:lnTo>
                    <a:pt x="194416" y="0"/>
                  </a:lnTo>
                  <a:close/>
                </a:path>
              </a:pathLst>
            </a:custGeom>
            <a:solidFill>
              <a:srgbClr val="5C9A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859029" y="4184967"/>
              <a:ext cx="389255" cy="389255"/>
            </a:xfrm>
            <a:custGeom>
              <a:avLst/>
              <a:gdLst/>
              <a:ahLst/>
              <a:cxnLst/>
              <a:rect l="l" t="t" r="r" b="b"/>
              <a:pathLst>
                <a:path w="389254" h="389254">
                  <a:moveTo>
                    <a:pt x="194416" y="0"/>
                  </a:moveTo>
                  <a:lnTo>
                    <a:pt x="149838" y="5134"/>
                  </a:lnTo>
                  <a:lnTo>
                    <a:pt x="108917" y="19760"/>
                  </a:lnTo>
                  <a:lnTo>
                    <a:pt x="72819" y="42711"/>
                  </a:lnTo>
                  <a:lnTo>
                    <a:pt x="42711" y="72819"/>
                  </a:lnTo>
                  <a:lnTo>
                    <a:pt x="19760" y="108917"/>
                  </a:lnTo>
                  <a:lnTo>
                    <a:pt x="5134" y="149839"/>
                  </a:lnTo>
                  <a:lnTo>
                    <a:pt x="0" y="194416"/>
                  </a:lnTo>
                  <a:lnTo>
                    <a:pt x="5134" y="238994"/>
                  </a:lnTo>
                  <a:lnTo>
                    <a:pt x="19760" y="279916"/>
                  </a:lnTo>
                  <a:lnTo>
                    <a:pt x="42711" y="316014"/>
                  </a:lnTo>
                  <a:lnTo>
                    <a:pt x="72819" y="346121"/>
                  </a:lnTo>
                  <a:lnTo>
                    <a:pt x="108917" y="369072"/>
                  </a:lnTo>
                  <a:lnTo>
                    <a:pt x="149838" y="383698"/>
                  </a:lnTo>
                  <a:lnTo>
                    <a:pt x="194416" y="388833"/>
                  </a:lnTo>
                  <a:lnTo>
                    <a:pt x="238994" y="383698"/>
                  </a:lnTo>
                  <a:lnTo>
                    <a:pt x="279916" y="369072"/>
                  </a:lnTo>
                  <a:lnTo>
                    <a:pt x="316014" y="346121"/>
                  </a:lnTo>
                  <a:lnTo>
                    <a:pt x="346122" y="316014"/>
                  </a:lnTo>
                  <a:lnTo>
                    <a:pt x="369072" y="279916"/>
                  </a:lnTo>
                  <a:lnTo>
                    <a:pt x="383698" y="238994"/>
                  </a:lnTo>
                  <a:lnTo>
                    <a:pt x="388833" y="194416"/>
                  </a:lnTo>
                  <a:lnTo>
                    <a:pt x="383698" y="149839"/>
                  </a:lnTo>
                  <a:lnTo>
                    <a:pt x="369072" y="108917"/>
                  </a:lnTo>
                  <a:lnTo>
                    <a:pt x="346122" y="72819"/>
                  </a:lnTo>
                  <a:lnTo>
                    <a:pt x="316014" y="42711"/>
                  </a:lnTo>
                  <a:lnTo>
                    <a:pt x="279916" y="19760"/>
                  </a:lnTo>
                  <a:lnTo>
                    <a:pt x="238994" y="5134"/>
                  </a:lnTo>
                  <a:lnTo>
                    <a:pt x="194416" y="0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12385762" y="6881931"/>
            <a:ext cx="5586095" cy="1123950"/>
          </a:xfrm>
          <a:custGeom>
            <a:avLst/>
            <a:gdLst/>
            <a:ahLst/>
            <a:cxnLst/>
            <a:rect l="l" t="t" r="r" b="b"/>
            <a:pathLst>
              <a:path w="5586094" h="1123950">
                <a:moveTo>
                  <a:pt x="5586084" y="561773"/>
                </a:moveTo>
                <a:lnTo>
                  <a:pt x="5584021" y="513301"/>
                </a:lnTo>
                <a:lnTo>
                  <a:pt x="5577944" y="465974"/>
                </a:lnTo>
                <a:lnTo>
                  <a:pt x="5568021" y="419960"/>
                </a:lnTo>
                <a:lnTo>
                  <a:pt x="5554422" y="375429"/>
                </a:lnTo>
                <a:lnTo>
                  <a:pt x="5537316" y="332549"/>
                </a:lnTo>
                <a:lnTo>
                  <a:pt x="5516870" y="291488"/>
                </a:lnTo>
                <a:lnTo>
                  <a:pt x="5493254" y="252416"/>
                </a:lnTo>
                <a:lnTo>
                  <a:pt x="5466637" y="215500"/>
                </a:lnTo>
                <a:lnTo>
                  <a:pt x="5437186" y="180909"/>
                </a:lnTo>
                <a:lnTo>
                  <a:pt x="5405072" y="148813"/>
                </a:lnTo>
                <a:lnTo>
                  <a:pt x="5370462" y="119379"/>
                </a:lnTo>
                <a:lnTo>
                  <a:pt x="5333525" y="92777"/>
                </a:lnTo>
                <a:lnTo>
                  <a:pt x="5294431" y="69174"/>
                </a:lnTo>
                <a:lnTo>
                  <a:pt x="5253347" y="48740"/>
                </a:lnTo>
                <a:lnTo>
                  <a:pt x="5210442" y="31643"/>
                </a:lnTo>
                <a:lnTo>
                  <a:pt x="5165886" y="18052"/>
                </a:lnTo>
                <a:lnTo>
                  <a:pt x="5119847" y="8135"/>
                </a:lnTo>
                <a:lnTo>
                  <a:pt x="5072493" y="2062"/>
                </a:lnTo>
                <a:lnTo>
                  <a:pt x="5023994" y="0"/>
                </a:lnTo>
                <a:lnTo>
                  <a:pt x="0" y="0"/>
                </a:lnTo>
                <a:lnTo>
                  <a:pt x="456686" y="236139"/>
                </a:lnTo>
                <a:lnTo>
                  <a:pt x="448051" y="247682"/>
                </a:lnTo>
                <a:lnTo>
                  <a:pt x="419897" y="293999"/>
                </a:lnTo>
                <a:lnTo>
                  <a:pt x="396228" y="343106"/>
                </a:lnTo>
                <a:lnTo>
                  <a:pt x="377327" y="394719"/>
                </a:lnTo>
                <a:lnTo>
                  <a:pt x="363477" y="448557"/>
                </a:lnTo>
                <a:lnTo>
                  <a:pt x="352056" y="561773"/>
                </a:lnTo>
                <a:lnTo>
                  <a:pt x="363477" y="674989"/>
                </a:lnTo>
                <a:lnTo>
                  <a:pt x="375314" y="722213"/>
                </a:lnTo>
                <a:lnTo>
                  <a:pt x="391045" y="767761"/>
                </a:lnTo>
                <a:lnTo>
                  <a:pt x="410481" y="811444"/>
                </a:lnTo>
                <a:lnTo>
                  <a:pt x="433432" y="853073"/>
                </a:lnTo>
                <a:lnTo>
                  <a:pt x="459709" y="892458"/>
                </a:lnTo>
                <a:lnTo>
                  <a:pt x="489123" y="929412"/>
                </a:lnTo>
                <a:lnTo>
                  <a:pt x="521484" y="963744"/>
                </a:lnTo>
                <a:lnTo>
                  <a:pt x="556603" y="995265"/>
                </a:lnTo>
                <a:lnTo>
                  <a:pt x="594292" y="1023786"/>
                </a:lnTo>
                <a:lnTo>
                  <a:pt x="634360" y="1049118"/>
                </a:lnTo>
                <a:lnTo>
                  <a:pt x="676618" y="1071072"/>
                </a:lnTo>
                <a:lnTo>
                  <a:pt x="720878" y="1089458"/>
                </a:lnTo>
                <a:lnTo>
                  <a:pt x="766949" y="1104088"/>
                </a:lnTo>
                <a:lnTo>
                  <a:pt x="814643" y="1114772"/>
                </a:lnTo>
                <a:lnTo>
                  <a:pt x="863770" y="1121321"/>
                </a:lnTo>
                <a:lnTo>
                  <a:pt x="914142" y="1123546"/>
                </a:lnTo>
                <a:lnTo>
                  <a:pt x="5023994" y="1123546"/>
                </a:lnTo>
                <a:lnTo>
                  <a:pt x="5072493" y="1121484"/>
                </a:lnTo>
                <a:lnTo>
                  <a:pt x="5119847" y="1115410"/>
                </a:lnTo>
                <a:lnTo>
                  <a:pt x="5165886" y="1105494"/>
                </a:lnTo>
                <a:lnTo>
                  <a:pt x="5210442" y="1091903"/>
                </a:lnTo>
                <a:lnTo>
                  <a:pt x="5253347" y="1074806"/>
                </a:lnTo>
                <a:lnTo>
                  <a:pt x="5294431" y="1054372"/>
                </a:lnTo>
                <a:lnTo>
                  <a:pt x="5333525" y="1030769"/>
                </a:lnTo>
                <a:lnTo>
                  <a:pt x="5370462" y="1004167"/>
                </a:lnTo>
                <a:lnTo>
                  <a:pt x="5405072" y="974733"/>
                </a:lnTo>
                <a:lnTo>
                  <a:pt x="5437186" y="942636"/>
                </a:lnTo>
                <a:lnTo>
                  <a:pt x="5466637" y="908046"/>
                </a:lnTo>
                <a:lnTo>
                  <a:pt x="5493254" y="871130"/>
                </a:lnTo>
                <a:lnTo>
                  <a:pt x="5516870" y="832057"/>
                </a:lnTo>
                <a:lnTo>
                  <a:pt x="5537316" y="790997"/>
                </a:lnTo>
                <a:lnTo>
                  <a:pt x="5554422" y="748116"/>
                </a:lnTo>
                <a:lnTo>
                  <a:pt x="5568021" y="703585"/>
                </a:lnTo>
                <a:lnTo>
                  <a:pt x="5577944" y="657572"/>
                </a:lnTo>
                <a:lnTo>
                  <a:pt x="5584021" y="610245"/>
                </a:lnTo>
                <a:lnTo>
                  <a:pt x="5586084" y="561773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385762" y="5631788"/>
            <a:ext cx="5586095" cy="1123950"/>
          </a:xfrm>
          <a:custGeom>
            <a:avLst/>
            <a:gdLst/>
            <a:ahLst/>
            <a:cxnLst/>
            <a:rect l="l" t="t" r="r" b="b"/>
            <a:pathLst>
              <a:path w="5586094" h="1123950">
                <a:moveTo>
                  <a:pt x="5586084" y="561773"/>
                </a:moveTo>
                <a:lnTo>
                  <a:pt x="5584021" y="513301"/>
                </a:lnTo>
                <a:lnTo>
                  <a:pt x="5577944" y="465974"/>
                </a:lnTo>
                <a:lnTo>
                  <a:pt x="5568021" y="419960"/>
                </a:lnTo>
                <a:lnTo>
                  <a:pt x="5554422" y="375429"/>
                </a:lnTo>
                <a:lnTo>
                  <a:pt x="5537316" y="332549"/>
                </a:lnTo>
                <a:lnTo>
                  <a:pt x="5516870" y="291488"/>
                </a:lnTo>
                <a:lnTo>
                  <a:pt x="5493254" y="252416"/>
                </a:lnTo>
                <a:lnTo>
                  <a:pt x="5466637" y="215500"/>
                </a:lnTo>
                <a:lnTo>
                  <a:pt x="5437186" y="180909"/>
                </a:lnTo>
                <a:lnTo>
                  <a:pt x="5405072" y="148813"/>
                </a:lnTo>
                <a:lnTo>
                  <a:pt x="5370462" y="119379"/>
                </a:lnTo>
                <a:lnTo>
                  <a:pt x="5333525" y="92777"/>
                </a:lnTo>
                <a:lnTo>
                  <a:pt x="5294431" y="69174"/>
                </a:lnTo>
                <a:lnTo>
                  <a:pt x="5253347" y="48740"/>
                </a:lnTo>
                <a:lnTo>
                  <a:pt x="5210442" y="31643"/>
                </a:lnTo>
                <a:lnTo>
                  <a:pt x="5165886" y="18052"/>
                </a:lnTo>
                <a:lnTo>
                  <a:pt x="5119847" y="8135"/>
                </a:lnTo>
                <a:lnTo>
                  <a:pt x="5072493" y="2062"/>
                </a:lnTo>
                <a:lnTo>
                  <a:pt x="5023994" y="0"/>
                </a:lnTo>
                <a:lnTo>
                  <a:pt x="0" y="0"/>
                </a:lnTo>
                <a:lnTo>
                  <a:pt x="456686" y="236139"/>
                </a:lnTo>
                <a:lnTo>
                  <a:pt x="448051" y="247682"/>
                </a:lnTo>
                <a:lnTo>
                  <a:pt x="419897" y="293999"/>
                </a:lnTo>
                <a:lnTo>
                  <a:pt x="396228" y="343106"/>
                </a:lnTo>
                <a:lnTo>
                  <a:pt x="377327" y="394719"/>
                </a:lnTo>
                <a:lnTo>
                  <a:pt x="363477" y="448557"/>
                </a:lnTo>
                <a:lnTo>
                  <a:pt x="352056" y="561773"/>
                </a:lnTo>
                <a:lnTo>
                  <a:pt x="363477" y="674991"/>
                </a:lnTo>
                <a:lnTo>
                  <a:pt x="375314" y="722214"/>
                </a:lnTo>
                <a:lnTo>
                  <a:pt x="391045" y="767762"/>
                </a:lnTo>
                <a:lnTo>
                  <a:pt x="410481" y="811445"/>
                </a:lnTo>
                <a:lnTo>
                  <a:pt x="433432" y="853074"/>
                </a:lnTo>
                <a:lnTo>
                  <a:pt x="459709" y="892459"/>
                </a:lnTo>
                <a:lnTo>
                  <a:pt x="489123" y="929412"/>
                </a:lnTo>
                <a:lnTo>
                  <a:pt x="521484" y="963744"/>
                </a:lnTo>
                <a:lnTo>
                  <a:pt x="556603" y="995265"/>
                </a:lnTo>
                <a:lnTo>
                  <a:pt x="594292" y="1023786"/>
                </a:lnTo>
                <a:lnTo>
                  <a:pt x="634360" y="1049118"/>
                </a:lnTo>
                <a:lnTo>
                  <a:pt x="676618" y="1071072"/>
                </a:lnTo>
                <a:lnTo>
                  <a:pt x="720878" y="1089458"/>
                </a:lnTo>
                <a:lnTo>
                  <a:pt x="766949" y="1104088"/>
                </a:lnTo>
                <a:lnTo>
                  <a:pt x="814643" y="1114772"/>
                </a:lnTo>
                <a:lnTo>
                  <a:pt x="863770" y="1121321"/>
                </a:lnTo>
                <a:lnTo>
                  <a:pt x="914142" y="1123546"/>
                </a:lnTo>
                <a:lnTo>
                  <a:pt x="5023994" y="1123546"/>
                </a:lnTo>
                <a:lnTo>
                  <a:pt x="5072493" y="1121484"/>
                </a:lnTo>
                <a:lnTo>
                  <a:pt x="5119847" y="1115410"/>
                </a:lnTo>
                <a:lnTo>
                  <a:pt x="5165886" y="1105494"/>
                </a:lnTo>
                <a:lnTo>
                  <a:pt x="5210442" y="1091903"/>
                </a:lnTo>
                <a:lnTo>
                  <a:pt x="5253347" y="1074806"/>
                </a:lnTo>
                <a:lnTo>
                  <a:pt x="5294431" y="1054372"/>
                </a:lnTo>
                <a:lnTo>
                  <a:pt x="5333525" y="1030769"/>
                </a:lnTo>
                <a:lnTo>
                  <a:pt x="5370462" y="1004167"/>
                </a:lnTo>
                <a:lnTo>
                  <a:pt x="5405072" y="974733"/>
                </a:lnTo>
                <a:lnTo>
                  <a:pt x="5437186" y="942636"/>
                </a:lnTo>
                <a:lnTo>
                  <a:pt x="5466637" y="908046"/>
                </a:lnTo>
                <a:lnTo>
                  <a:pt x="5493254" y="871130"/>
                </a:lnTo>
                <a:lnTo>
                  <a:pt x="5516870" y="832057"/>
                </a:lnTo>
                <a:lnTo>
                  <a:pt x="5537316" y="790997"/>
                </a:lnTo>
                <a:lnTo>
                  <a:pt x="5554422" y="748116"/>
                </a:lnTo>
                <a:lnTo>
                  <a:pt x="5568021" y="703585"/>
                </a:lnTo>
                <a:lnTo>
                  <a:pt x="5577944" y="657572"/>
                </a:lnTo>
                <a:lnTo>
                  <a:pt x="5584021" y="610245"/>
                </a:lnTo>
                <a:lnTo>
                  <a:pt x="5586084" y="561773"/>
                </a:lnTo>
                <a:close/>
              </a:path>
            </a:pathLst>
          </a:custGeom>
          <a:solidFill>
            <a:srgbClr val="5C9A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385762" y="4379384"/>
            <a:ext cx="5586095" cy="1123950"/>
          </a:xfrm>
          <a:custGeom>
            <a:avLst/>
            <a:gdLst/>
            <a:ahLst/>
            <a:cxnLst/>
            <a:rect l="l" t="t" r="r" b="b"/>
            <a:pathLst>
              <a:path w="5586094" h="1123950">
                <a:moveTo>
                  <a:pt x="5586084" y="561773"/>
                </a:moveTo>
                <a:lnTo>
                  <a:pt x="5584021" y="513301"/>
                </a:lnTo>
                <a:lnTo>
                  <a:pt x="5577944" y="465974"/>
                </a:lnTo>
                <a:lnTo>
                  <a:pt x="5568021" y="419960"/>
                </a:lnTo>
                <a:lnTo>
                  <a:pt x="5554422" y="375429"/>
                </a:lnTo>
                <a:lnTo>
                  <a:pt x="5537316" y="332549"/>
                </a:lnTo>
                <a:lnTo>
                  <a:pt x="5516870" y="291488"/>
                </a:lnTo>
                <a:lnTo>
                  <a:pt x="5493254" y="252416"/>
                </a:lnTo>
                <a:lnTo>
                  <a:pt x="5466637" y="215500"/>
                </a:lnTo>
                <a:lnTo>
                  <a:pt x="5437186" y="180909"/>
                </a:lnTo>
                <a:lnTo>
                  <a:pt x="5405072" y="148813"/>
                </a:lnTo>
                <a:lnTo>
                  <a:pt x="5370462" y="119379"/>
                </a:lnTo>
                <a:lnTo>
                  <a:pt x="5333525" y="92777"/>
                </a:lnTo>
                <a:lnTo>
                  <a:pt x="5294431" y="69174"/>
                </a:lnTo>
                <a:lnTo>
                  <a:pt x="5253347" y="48740"/>
                </a:lnTo>
                <a:lnTo>
                  <a:pt x="5210442" y="31643"/>
                </a:lnTo>
                <a:lnTo>
                  <a:pt x="5165886" y="18052"/>
                </a:lnTo>
                <a:lnTo>
                  <a:pt x="5119847" y="8135"/>
                </a:lnTo>
                <a:lnTo>
                  <a:pt x="5072493" y="2062"/>
                </a:lnTo>
                <a:lnTo>
                  <a:pt x="5023994" y="0"/>
                </a:lnTo>
                <a:lnTo>
                  <a:pt x="0" y="0"/>
                </a:lnTo>
                <a:lnTo>
                  <a:pt x="456686" y="236139"/>
                </a:lnTo>
                <a:lnTo>
                  <a:pt x="448051" y="247682"/>
                </a:lnTo>
                <a:lnTo>
                  <a:pt x="419897" y="293999"/>
                </a:lnTo>
                <a:lnTo>
                  <a:pt x="396228" y="343106"/>
                </a:lnTo>
                <a:lnTo>
                  <a:pt x="377327" y="394719"/>
                </a:lnTo>
                <a:lnTo>
                  <a:pt x="363477" y="448557"/>
                </a:lnTo>
                <a:lnTo>
                  <a:pt x="352056" y="561773"/>
                </a:lnTo>
                <a:lnTo>
                  <a:pt x="363477" y="674991"/>
                </a:lnTo>
                <a:lnTo>
                  <a:pt x="375314" y="722214"/>
                </a:lnTo>
                <a:lnTo>
                  <a:pt x="391045" y="767762"/>
                </a:lnTo>
                <a:lnTo>
                  <a:pt x="410481" y="811445"/>
                </a:lnTo>
                <a:lnTo>
                  <a:pt x="433432" y="853074"/>
                </a:lnTo>
                <a:lnTo>
                  <a:pt x="459709" y="892459"/>
                </a:lnTo>
                <a:lnTo>
                  <a:pt x="489123" y="929412"/>
                </a:lnTo>
                <a:lnTo>
                  <a:pt x="521484" y="963744"/>
                </a:lnTo>
                <a:lnTo>
                  <a:pt x="556603" y="995265"/>
                </a:lnTo>
                <a:lnTo>
                  <a:pt x="594292" y="1023786"/>
                </a:lnTo>
                <a:lnTo>
                  <a:pt x="634360" y="1049118"/>
                </a:lnTo>
                <a:lnTo>
                  <a:pt x="676618" y="1071072"/>
                </a:lnTo>
                <a:lnTo>
                  <a:pt x="720878" y="1089458"/>
                </a:lnTo>
                <a:lnTo>
                  <a:pt x="766949" y="1104088"/>
                </a:lnTo>
                <a:lnTo>
                  <a:pt x="814643" y="1114772"/>
                </a:lnTo>
                <a:lnTo>
                  <a:pt x="863770" y="1121321"/>
                </a:lnTo>
                <a:lnTo>
                  <a:pt x="914142" y="1123546"/>
                </a:lnTo>
                <a:lnTo>
                  <a:pt x="5023994" y="1123546"/>
                </a:lnTo>
                <a:lnTo>
                  <a:pt x="5072493" y="1121484"/>
                </a:lnTo>
                <a:lnTo>
                  <a:pt x="5119847" y="1115410"/>
                </a:lnTo>
                <a:lnTo>
                  <a:pt x="5165886" y="1105494"/>
                </a:lnTo>
                <a:lnTo>
                  <a:pt x="5210442" y="1091903"/>
                </a:lnTo>
                <a:lnTo>
                  <a:pt x="5253347" y="1074806"/>
                </a:lnTo>
                <a:lnTo>
                  <a:pt x="5294431" y="1054372"/>
                </a:lnTo>
                <a:lnTo>
                  <a:pt x="5333525" y="1030769"/>
                </a:lnTo>
                <a:lnTo>
                  <a:pt x="5370462" y="1004167"/>
                </a:lnTo>
                <a:lnTo>
                  <a:pt x="5405072" y="974733"/>
                </a:lnTo>
                <a:lnTo>
                  <a:pt x="5437186" y="942636"/>
                </a:lnTo>
                <a:lnTo>
                  <a:pt x="5466637" y="908046"/>
                </a:lnTo>
                <a:lnTo>
                  <a:pt x="5493254" y="871130"/>
                </a:lnTo>
                <a:lnTo>
                  <a:pt x="5516870" y="832057"/>
                </a:lnTo>
                <a:lnTo>
                  <a:pt x="5537316" y="790997"/>
                </a:lnTo>
                <a:lnTo>
                  <a:pt x="5554422" y="748116"/>
                </a:lnTo>
                <a:lnTo>
                  <a:pt x="5568021" y="703585"/>
                </a:lnTo>
                <a:lnTo>
                  <a:pt x="5577944" y="657572"/>
                </a:lnTo>
                <a:lnTo>
                  <a:pt x="5584021" y="610245"/>
                </a:lnTo>
                <a:lnTo>
                  <a:pt x="5586084" y="561773"/>
                </a:lnTo>
                <a:close/>
              </a:path>
            </a:pathLst>
          </a:custGeom>
          <a:solidFill>
            <a:srgbClr val="4A89D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10127712" y="4181684"/>
            <a:ext cx="1624965" cy="4857115"/>
            <a:chOff x="10127712" y="4181684"/>
            <a:chExt cx="1624965" cy="4857115"/>
          </a:xfrm>
        </p:grpSpPr>
        <p:sp>
          <p:nvSpPr>
            <p:cNvPr id="31" name="object 31"/>
            <p:cNvSpPr/>
            <p:nvPr/>
          </p:nvSpPr>
          <p:spPr>
            <a:xfrm>
              <a:off x="10334084" y="4181684"/>
              <a:ext cx="1418590" cy="4239895"/>
            </a:xfrm>
            <a:custGeom>
              <a:avLst/>
              <a:gdLst/>
              <a:ahLst/>
              <a:cxnLst/>
              <a:rect l="l" t="t" r="r" b="b"/>
              <a:pathLst>
                <a:path w="1418590" h="4239895">
                  <a:moveTo>
                    <a:pt x="1418220" y="649271"/>
                  </a:moveTo>
                  <a:lnTo>
                    <a:pt x="1418220" y="4002416"/>
                  </a:lnTo>
                  <a:lnTo>
                    <a:pt x="1413802" y="4048017"/>
                  </a:lnTo>
                  <a:lnTo>
                    <a:pt x="1400979" y="4091033"/>
                  </a:lnTo>
                  <a:lnTo>
                    <a:pt x="1380398" y="4130428"/>
                  </a:lnTo>
                  <a:lnTo>
                    <a:pt x="1352705" y="4165168"/>
                  </a:lnTo>
                  <a:lnTo>
                    <a:pt x="1318547" y="4194218"/>
                  </a:lnTo>
                  <a:lnTo>
                    <a:pt x="1278570" y="4216545"/>
                  </a:lnTo>
                  <a:lnTo>
                    <a:pt x="1225813" y="4239820"/>
                  </a:lnTo>
                  <a:lnTo>
                    <a:pt x="1227850" y="4227940"/>
                  </a:lnTo>
                  <a:lnTo>
                    <a:pt x="1229305" y="4215769"/>
                  </a:lnTo>
                  <a:lnTo>
                    <a:pt x="1230177" y="4203598"/>
                  </a:lnTo>
                  <a:lnTo>
                    <a:pt x="1230468" y="4191719"/>
                  </a:lnTo>
                  <a:lnTo>
                    <a:pt x="1230468" y="840126"/>
                  </a:lnTo>
                  <a:lnTo>
                    <a:pt x="1226050" y="794525"/>
                  </a:lnTo>
                  <a:lnTo>
                    <a:pt x="1213228" y="751509"/>
                  </a:lnTo>
                  <a:lnTo>
                    <a:pt x="1192647" y="712114"/>
                  </a:lnTo>
                  <a:lnTo>
                    <a:pt x="1164954" y="677374"/>
                  </a:lnTo>
                  <a:lnTo>
                    <a:pt x="1130796" y="648324"/>
                  </a:lnTo>
                  <a:lnTo>
                    <a:pt x="1090819" y="625997"/>
                  </a:lnTo>
                  <a:lnTo>
                    <a:pt x="134994" y="207048"/>
                  </a:lnTo>
                  <a:lnTo>
                    <a:pt x="66915" y="188816"/>
                  </a:lnTo>
                  <a:lnTo>
                    <a:pt x="33094" y="187846"/>
                  </a:lnTo>
                  <a:lnTo>
                    <a:pt x="0" y="191531"/>
                  </a:lnTo>
                  <a:lnTo>
                    <a:pt x="13417" y="145626"/>
                  </a:lnTo>
                  <a:lnTo>
                    <a:pt x="35277" y="104625"/>
                  </a:lnTo>
                  <a:lnTo>
                    <a:pt x="64365" y="69294"/>
                  </a:lnTo>
                  <a:lnTo>
                    <a:pt x="99468" y="40400"/>
                  </a:lnTo>
                  <a:lnTo>
                    <a:pt x="139372" y="18709"/>
                  </a:lnTo>
                  <a:lnTo>
                    <a:pt x="182866" y="4987"/>
                  </a:lnTo>
                  <a:lnTo>
                    <a:pt x="228735" y="0"/>
                  </a:lnTo>
                  <a:lnTo>
                    <a:pt x="275766" y="4514"/>
                  </a:lnTo>
                  <a:lnTo>
                    <a:pt x="322745" y="19296"/>
                  </a:lnTo>
                  <a:lnTo>
                    <a:pt x="1278570" y="436693"/>
                  </a:lnTo>
                  <a:lnTo>
                    <a:pt x="1318547" y="459013"/>
                  </a:lnTo>
                  <a:lnTo>
                    <a:pt x="1352705" y="488013"/>
                  </a:lnTo>
                  <a:lnTo>
                    <a:pt x="1380398" y="522617"/>
                  </a:lnTo>
                  <a:lnTo>
                    <a:pt x="1400979" y="561746"/>
                  </a:lnTo>
                  <a:lnTo>
                    <a:pt x="1413802" y="604323"/>
                  </a:lnTo>
                  <a:lnTo>
                    <a:pt x="1418220" y="649271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143229" y="4370284"/>
              <a:ext cx="1419860" cy="4652010"/>
            </a:xfrm>
            <a:custGeom>
              <a:avLst/>
              <a:gdLst/>
              <a:ahLst/>
              <a:cxnLst/>
              <a:rect l="l" t="t" r="r" b="b"/>
              <a:pathLst>
                <a:path w="1419859" h="4652009">
                  <a:moveTo>
                    <a:pt x="1419771" y="649975"/>
                  </a:moveTo>
                  <a:lnTo>
                    <a:pt x="1419771" y="4001567"/>
                  </a:lnTo>
                  <a:lnTo>
                    <a:pt x="1415353" y="4047162"/>
                  </a:lnTo>
                  <a:lnTo>
                    <a:pt x="1402531" y="4090127"/>
                  </a:lnTo>
                  <a:lnTo>
                    <a:pt x="1381949" y="4129386"/>
                  </a:lnTo>
                  <a:lnTo>
                    <a:pt x="1354257" y="4163860"/>
                  </a:lnTo>
                  <a:lnTo>
                    <a:pt x="1320098" y="4192472"/>
                  </a:lnTo>
                  <a:lnTo>
                    <a:pt x="1280122" y="4214145"/>
                  </a:lnTo>
                  <a:lnTo>
                    <a:pt x="325849" y="4631542"/>
                  </a:lnTo>
                  <a:lnTo>
                    <a:pt x="283636" y="4645757"/>
                  </a:lnTo>
                  <a:lnTo>
                    <a:pt x="241359" y="4651543"/>
                  </a:lnTo>
                  <a:lnTo>
                    <a:pt x="199881" y="4649473"/>
                  </a:lnTo>
                  <a:lnTo>
                    <a:pt x="160060" y="4640123"/>
                  </a:lnTo>
                  <a:lnTo>
                    <a:pt x="122757" y="4624064"/>
                  </a:lnTo>
                  <a:lnTo>
                    <a:pt x="88833" y="4601871"/>
                  </a:lnTo>
                  <a:lnTo>
                    <a:pt x="59147" y="4574117"/>
                  </a:lnTo>
                  <a:lnTo>
                    <a:pt x="34560" y="4541376"/>
                  </a:lnTo>
                  <a:lnTo>
                    <a:pt x="15933" y="4504221"/>
                  </a:lnTo>
                  <a:lnTo>
                    <a:pt x="4126" y="4463226"/>
                  </a:lnTo>
                  <a:lnTo>
                    <a:pt x="0" y="4418965"/>
                  </a:lnTo>
                  <a:lnTo>
                    <a:pt x="0" y="232578"/>
                  </a:lnTo>
                  <a:lnTo>
                    <a:pt x="4126" y="188316"/>
                  </a:lnTo>
                  <a:lnTo>
                    <a:pt x="15933" y="147321"/>
                  </a:lnTo>
                  <a:lnTo>
                    <a:pt x="34560" y="110167"/>
                  </a:lnTo>
                  <a:lnTo>
                    <a:pt x="59147" y="77425"/>
                  </a:lnTo>
                  <a:lnTo>
                    <a:pt x="88833" y="49671"/>
                  </a:lnTo>
                  <a:lnTo>
                    <a:pt x="122757" y="27478"/>
                  </a:lnTo>
                  <a:lnTo>
                    <a:pt x="160060" y="11420"/>
                  </a:lnTo>
                  <a:lnTo>
                    <a:pt x="199881" y="2069"/>
                  </a:lnTo>
                  <a:lnTo>
                    <a:pt x="241359" y="0"/>
                  </a:lnTo>
                  <a:lnTo>
                    <a:pt x="283636" y="5785"/>
                  </a:lnTo>
                  <a:lnTo>
                    <a:pt x="325849" y="20000"/>
                  </a:lnTo>
                  <a:lnTo>
                    <a:pt x="1280122" y="437397"/>
                  </a:lnTo>
                  <a:lnTo>
                    <a:pt x="1320098" y="459070"/>
                  </a:lnTo>
                  <a:lnTo>
                    <a:pt x="1354257" y="487682"/>
                  </a:lnTo>
                  <a:lnTo>
                    <a:pt x="1381949" y="522157"/>
                  </a:lnTo>
                  <a:lnTo>
                    <a:pt x="1402531" y="561415"/>
                  </a:lnTo>
                  <a:lnTo>
                    <a:pt x="1415353" y="604381"/>
                  </a:lnTo>
                  <a:lnTo>
                    <a:pt x="1419771" y="649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127712" y="4354385"/>
              <a:ext cx="1450975" cy="4684395"/>
            </a:xfrm>
            <a:custGeom>
              <a:avLst/>
              <a:gdLst/>
              <a:ahLst/>
              <a:cxnLst/>
              <a:rect l="l" t="t" r="r" b="b"/>
              <a:pathLst>
                <a:path w="1450975" h="4684395">
                  <a:moveTo>
                    <a:pt x="1450804" y="665874"/>
                  </a:moveTo>
                  <a:lnTo>
                    <a:pt x="1450804" y="4017466"/>
                  </a:lnTo>
                  <a:lnTo>
                    <a:pt x="1446020" y="4066042"/>
                  </a:lnTo>
                  <a:lnTo>
                    <a:pt x="1432184" y="4111773"/>
                  </a:lnTo>
                  <a:lnTo>
                    <a:pt x="1410073" y="4153624"/>
                  </a:lnTo>
                  <a:lnTo>
                    <a:pt x="1380462" y="4190563"/>
                  </a:lnTo>
                  <a:lnTo>
                    <a:pt x="1344128" y="4221553"/>
                  </a:lnTo>
                  <a:lnTo>
                    <a:pt x="1301845" y="4245560"/>
                  </a:lnTo>
                  <a:lnTo>
                    <a:pt x="347572" y="4662958"/>
                  </a:lnTo>
                  <a:lnTo>
                    <a:pt x="300104" y="4678437"/>
                  </a:lnTo>
                  <a:lnTo>
                    <a:pt x="251592" y="4684011"/>
                  </a:lnTo>
                  <a:lnTo>
                    <a:pt x="203230" y="4679827"/>
                  </a:lnTo>
                  <a:lnTo>
                    <a:pt x="156209" y="4666036"/>
                  </a:lnTo>
                  <a:lnTo>
                    <a:pt x="111719" y="4642786"/>
                  </a:lnTo>
                  <a:lnTo>
                    <a:pt x="73288" y="4611331"/>
                  </a:lnTo>
                  <a:lnTo>
                    <a:pt x="42230" y="4573619"/>
                  </a:lnTo>
                  <a:lnTo>
                    <a:pt x="19215" y="4530843"/>
                  </a:lnTo>
                  <a:lnTo>
                    <a:pt x="4915" y="4484194"/>
                  </a:lnTo>
                  <a:lnTo>
                    <a:pt x="0" y="4434863"/>
                  </a:lnTo>
                  <a:lnTo>
                    <a:pt x="0" y="248476"/>
                  </a:lnTo>
                  <a:lnTo>
                    <a:pt x="4915" y="199146"/>
                  </a:lnTo>
                  <a:lnTo>
                    <a:pt x="19215" y="152497"/>
                  </a:lnTo>
                  <a:lnTo>
                    <a:pt x="31033" y="130532"/>
                  </a:lnTo>
                  <a:lnTo>
                    <a:pt x="31033" y="4434863"/>
                  </a:lnTo>
                  <a:lnTo>
                    <a:pt x="37797" y="4488323"/>
                  </a:lnTo>
                  <a:lnTo>
                    <a:pt x="57217" y="4537855"/>
                  </a:lnTo>
                  <a:lnTo>
                    <a:pt x="87984" y="4581277"/>
                  </a:lnTo>
                  <a:lnTo>
                    <a:pt x="128788" y="4616408"/>
                  </a:lnTo>
                  <a:lnTo>
                    <a:pt x="177616" y="4640240"/>
                  </a:lnTo>
                  <a:lnTo>
                    <a:pt x="229646" y="4651126"/>
                  </a:lnTo>
                  <a:lnTo>
                    <a:pt x="282839" y="4648920"/>
                  </a:lnTo>
                  <a:lnTo>
                    <a:pt x="335159" y="4633476"/>
                  </a:lnTo>
                  <a:lnTo>
                    <a:pt x="1289431" y="4216079"/>
                  </a:lnTo>
                  <a:lnTo>
                    <a:pt x="1333375" y="4190507"/>
                  </a:lnTo>
                  <a:lnTo>
                    <a:pt x="1369497" y="4155998"/>
                  </a:lnTo>
                  <a:lnTo>
                    <a:pt x="1396682" y="4114414"/>
                  </a:lnTo>
                  <a:lnTo>
                    <a:pt x="1413813" y="4067616"/>
                  </a:lnTo>
                  <a:lnTo>
                    <a:pt x="1419771" y="4017466"/>
                  </a:lnTo>
                  <a:lnTo>
                    <a:pt x="1419771" y="546893"/>
                  </a:lnTo>
                  <a:lnTo>
                    <a:pt x="1432587" y="571567"/>
                  </a:lnTo>
                  <a:lnTo>
                    <a:pt x="1446020" y="616910"/>
                  </a:lnTo>
                  <a:lnTo>
                    <a:pt x="1446020" y="616102"/>
                  </a:lnTo>
                  <a:lnTo>
                    <a:pt x="1450804" y="665874"/>
                  </a:lnTo>
                  <a:close/>
                </a:path>
                <a:path w="1450975" h="4684395">
                  <a:moveTo>
                    <a:pt x="1419771" y="546893"/>
                  </a:moveTo>
                  <a:lnTo>
                    <a:pt x="1419771" y="665874"/>
                  </a:lnTo>
                  <a:lnTo>
                    <a:pt x="1413813" y="615128"/>
                  </a:lnTo>
                  <a:lnTo>
                    <a:pt x="1396682" y="568255"/>
                  </a:lnTo>
                  <a:lnTo>
                    <a:pt x="1369497" y="526894"/>
                  </a:lnTo>
                  <a:lnTo>
                    <a:pt x="1333375" y="492683"/>
                  </a:lnTo>
                  <a:lnTo>
                    <a:pt x="1289431" y="467261"/>
                  </a:lnTo>
                  <a:lnTo>
                    <a:pt x="335159" y="49864"/>
                  </a:lnTo>
                  <a:lnTo>
                    <a:pt x="283493" y="34420"/>
                  </a:lnTo>
                  <a:lnTo>
                    <a:pt x="230227" y="32214"/>
                  </a:lnTo>
                  <a:lnTo>
                    <a:pt x="177835" y="43100"/>
                  </a:lnTo>
                  <a:lnTo>
                    <a:pt x="128788" y="66932"/>
                  </a:lnTo>
                  <a:lnTo>
                    <a:pt x="87329" y="102063"/>
                  </a:lnTo>
                  <a:lnTo>
                    <a:pt x="56635" y="145485"/>
                  </a:lnTo>
                  <a:lnTo>
                    <a:pt x="37579" y="195017"/>
                  </a:lnTo>
                  <a:lnTo>
                    <a:pt x="31033" y="248477"/>
                  </a:lnTo>
                  <a:lnTo>
                    <a:pt x="31033" y="130532"/>
                  </a:lnTo>
                  <a:lnTo>
                    <a:pt x="73288" y="72009"/>
                  </a:lnTo>
                  <a:lnTo>
                    <a:pt x="111719" y="40554"/>
                  </a:lnTo>
                  <a:lnTo>
                    <a:pt x="155613" y="17453"/>
                  </a:lnTo>
                  <a:lnTo>
                    <a:pt x="202560" y="3959"/>
                  </a:lnTo>
                  <a:lnTo>
                    <a:pt x="251145" y="0"/>
                  </a:lnTo>
                  <a:lnTo>
                    <a:pt x="299955" y="5499"/>
                  </a:lnTo>
                  <a:lnTo>
                    <a:pt x="347572" y="20382"/>
                  </a:lnTo>
                  <a:lnTo>
                    <a:pt x="1303396" y="437779"/>
                  </a:lnTo>
                  <a:lnTo>
                    <a:pt x="1345564" y="461787"/>
                  </a:lnTo>
                  <a:lnTo>
                    <a:pt x="1381612" y="492777"/>
                  </a:lnTo>
                  <a:lnTo>
                    <a:pt x="1410849" y="529715"/>
                  </a:lnTo>
                  <a:lnTo>
                    <a:pt x="1419771" y="546893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1764121" y="4072684"/>
            <a:ext cx="6771640" cy="1037590"/>
            <a:chOff x="1764121" y="4072684"/>
            <a:chExt cx="6771640" cy="1037590"/>
          </a:xfrm>
        </p:grpSpPr>
        <p:sp>
          <p:nvSpPr>
            <p:cNvPr id="35" name="object 35"/>
            <p:cNvSpPr/>
            <p:nvPr/>
          </p:nvSpPr>
          <p:spPr>
            <a:xfrm>
              <a:off x="1893551" y="4072684"/>
              <a:ext cx="6539230" cy="1037590"/>
            </a:xfrm>
            <a:custGeom>
              <a:avLst/>
              <a:gdLst/>
              <a:ahLst/>
              <a:cxnLst/>
              <a:rect l="l" t="t" r="r" b="b"/>
              <a:pathLst>
                <a:path w="6539230" h="1037589">
                  <a:moveTo>
                    <a:pt x="6538760" y="1037399"/>
                  </a:moveTo>
                  <a:lnTo>
                    <a:pt x="387" y="1031754"/>
                  </a:lnTo>
                  <a:lnTo>
                    <a:pt x="0" y="0"/>
                  </a:lnTo>
                  <a:lnTo>
                    <a:pt x="6513778" y="7377"/>
                  </a:lnTo>
                  <a:lnTo>
                    <a:pt x="6538760" y="1037399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764119" y="4289894"/>
              <a:ext cx="6771640" cy="615315"/>
            </a:xfrm>
            <a:custGeom>
              <a:avLst/>
              <a:gdLst/>
              <a:ahLst/>
              <a:cxnLst/>
              <a:rect l="l" t="t" r="r" b="b"/>
              <a:pathLst>
                <a:path w="6771640" h="615314">
                  <a:moveTo>
                    <a:pt x="296849" y="5168"/>
                  </a:moveTo>
                  <a:lnTo>
                    <a:pt x="244322" y="41808"/>
                  </a:lnTo>
                  <a:lnTo>
                    <a:pt x="199034" y="5397"/>
                  </a:lnTo>
                  <a:lnTo>
                    <a:pt x="156641" y="59613"/>
                  </a:lnTo>
                  <a:lnTo>
                    <a:pt x="135394" y="13830"/>
                  </a:lnTo>
                  <a:lnTo>
                    <a:pt x="103682" y="68503"/>
                  </a:lnTo>
                  <a:lnTo>
                    <a:pt x="79121" y="0"/>
                  </a:lnTo>
                  <a:lnTo>
                    <a:pt x="32931" y="47536"/>
                  </a:lnTo>
                  <a:lnTo>
                    <a:pt x="0" y="1689"/>
                  </a:lnTo>
                  <a:lnTo>
                    <a:pt x="127" y="609549"/>
                  </a:lnTo>
                  <a:lnTo>
                    <a:pt x="45250" y="551992"/>
                  </a:lnTo>
                  <a:lnTo>
                    <a:pt x="79133" y="614984"/>
                  </a:lnTo>
                  <a:lnTo>
                    <a:pt x="111290" y="556272"/>
                  </a:lnTo>
                  <a:lnTo>
                    <a:pt x="136232" y="613397"/>
                  </a:lnTo>
                  <a:lnTo>
                    <a:pt x="173253" y="562825"/>
                  </a:lnTo>
                  <a:lnTo>
                    <a:pt x="210972" y="595198"/>
                  </a:lnTo>
                  <a:lnTo>
                    <a:pt x="228866" y="547560"/>
                  </a:lnTo>
                  <a:lnTo>
                    <a:pt x="290830" y="613651"/>
                  </a:lnTo>
                  <a:lnTo>
                    <a:pt x="296849" y="5168"/>
                  </a:lnTo>
                  <a:close/>
                </a:path>
                <a:path w="6771640" h="615314">
                  <a:moveTo>
                    <a:pt x="6771551" y="604989"/>
                  </a:moveTo>
                  <a:lnTo>
                    <a:pt x="6765645" y="26682"/>
                  </a:lnTo>
                  <a:lnTo>
                    <a:pt x="6706781" y="89509"/>
                  </a:lnTo>
                  <a:lnTo>
                    <a:pt x="6689750" y="44246"/>
                  </a:lnTo>
                  <a:lnTo>
                    <a:pt x="6653911" y="75031"/>
                  </a:lnTo>
                  <a:lnTo>
                    <a:pt x="6618719" y="26974"/>
                  </a:lnTo>
                  <a:lnTo>
                    <a:pt x="6595034" y="81280"/>
                  </a:lnTo>
                  <a:lnTo>
                    <a:pt x="6564452" y="25476"/>
                  </a:lnTo>
                  <a:lnTo>
                    <a:pt x="6532270" y="85356"/>
                  </a:lnTo>
                  <a:lnTo>
                    <a:pt x="6489357" y="30670"/>
                  </a:lnTo>
                  <a:lnTo>
                    <a:pt x="6489420" y="608393"/>
                  </a:lnTo>
                  <a:lnTo>
                    <a:pt x="6520713" y="564807"/>
                  </a:lnTo>
                  <a:lnTo>
                    <a:pt x="6564617" y="609955"/>
                  </a:lnTo>
                  <a:lnTo>
                    <a:pt x="6587947" y="544842"/>
                  </a:lnTo>
                  <a:lnTo>
                    <a:pt x="6618110" y="596798"/>
                  </a:lnTo>
                  <a:lnTo>
                    <a:pt x="6638277" y="553288"/>
                  </a:lnTo>
                  <a:lnTo>
                    <a:pt x="6678587" y="604786"/>
                  </a:lnTo>
                  <a:lnTo>
                    <a:pt x="6721615" y="570179"/>
                  </a:lnTo>
                  <a:lnTo>
                    <a:pt x="6771551" y="604989"/>
                  </a:lnTo>
                  <a:close/>
                </a:path>
              </a:pathLst>
            </a:custGeom>
            <a:solidFill>
              <a:srgbClr val="5C9A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612" y="5983090"/>
            <a:ext cx="9420224" cy="2495549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901700" y="1842642"/>
            <a:ext cx="3741420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84580">
              <a:lnSpc>
                <a:spcPct val="100000"/>
              </a:lnSpc>
              <a:spcBef>
                <a:spcPts val="100"/>
              </a:spcBef>
            </a:pPr>
            <a:r>
              <a:rPr dirty="0" sz="4100" spc="-10" b="1">
                <a:latin typeface="Arial"/>
                <a:cs typeface="Arial"/>
              </a:rPr>
              <a:t>~2sec</a:t>
            </a:r>
            <a:endParaRPr sz="4100">
              <a:latin typeface="Arial"/>
              <a:cs typeface="Arial"/>
            </a:endParaRPr>
          </a:p>
          <a:p>
            <a:pPr marL="388620" marR="5080" indent="-376555">
              <a:lnSpc>
                <a:spcPts val="3300"/>
              </a:lnSpc>
              <a:spcBef>
                <a:spcPts val="215"/>
              </a:spcBef>
            </a:pPr>
            <a:r>
              <a:rPr dirty="0" sz="2800">
                <a:latin typeface="Arial MT"/>
                <a:cs typeface="Arial MT"/>
              </a:rPr>
              <a:t>blockchain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transaction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/ </a:t>
            </a:r>
            <a:r>
              <a:rPr dirty="0" sz="2800">
                <a:latin typeface="Arial MT"/>
                <a:cs typeface="Arial MT"/>
              </a:rPr>
              <a:t>certificate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mint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time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02136" y="1842642"/>
            <a:ext cx="3484245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100" spc="-10" b="1">
                <a:latin typeface="Arial"/>
                <a:cs typeface="Arial"/>
              </a:rPr>
              <a:t>₹0.08</a:t>
            </a:r>
            <a:endParaRPr sz="4100">
              <a:latin typeface="Arial"/>
              <a:cs typeface="Arial"/>
            </a:endParaRPr>
          </a:p>
          <a:p>
            <a:pPr algn="ctr" marL="12065" marR="5080">
              <a:lnSpc>
                <a:spcPts val="3300"/>
              </a:lnSpc>
              <a:spcBef>
                <a:spcPts val="215"/>
              </a:spcBef>
            </a:pPr>
            <a:r>
              <a:rPr dirty="0" sz="2800">
                <a:latin typeface="Arial MT"/>
                <a:cs typeface="Arial MT"/>
              </a:rPr>
              <a:t>Cost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certificate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35">
                <a:latin typeface="Arial MT"/>
                <a:cs typeface="Arial MT"/>
              </a:rPr>
              <a:t>on </a:t>
            </a:r>
            <a:r>
              <a:rPr dirty="0" sz="2800">
                <a:latin typeface="Arial MT"/>
                <a:cs typeface="Arial MT"/>
              </a:rPr>
              <a:t>Polygon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network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734471" y="1842642"/>
            <a:ext cx="3978275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7905">
              <a:lnSpc>
                <a:spcPct val="100000"/>
              </a:lnSpc>
              <a:spcBef>
                <a:spcPts val="100"/>
              </a:spcBef>
            </a:pPr>
            <a:r>
              <a:rPr dirty="0" sz="4100" spc="-10" b="1">
                <a:latin typeface="Arial"/>
                <a:cs typeface="Arial"/>
              </a:rPr>
              <a:t>₹8Lakh</a:t>
            </a:r>
            <a:endParaRPr sz="4100">
              <a:latin typeface="Arial"/>
              <a:cs typeface="Arial"/>
            </a:endParaRPr>
          </a:p>
          <a:p>
            <a:pPr marL="675005" marR="5080" indent="-662940">
              <a:lnSpc>
                <a:spcPts val="3300"/>
              </a:lnSpc>
              <a:spcBef>
                <a:spcPts val="215"/>
              </a:spcBef>
            </a:pPr>
            <a:r>
              <a:rPr dirty="0" sz="2800">
                <a:latin typeface="Arial MT"/>
                <a:cs typeface="Arial MT"/>
              </a:rPr>
              <a:t>total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cost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issue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1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crore </a:t>
            </a:r>
            <a:r>
              <a:rPr dirty="0" sz="2800">
                <a:latin typeface="Arial MT"/>
                <a:cs typeface="Arial MT"/>
              </a:rPr>
              <a:t>(10M)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certificates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237231" y="4743994"/>
            <a:ext cx="1026160" cy="402844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3865"/>
              </a:lnSpc>
            </a:pPr>
            <a:r>
              <a:rPr dirty="0" sz="3400" b="1">
                <a:latin typeface="Arial"/>
                <a:cs typeface="Arial"/>
              </a:rPr>
              <a:t>Risk</a:t>
            </a:r>
            <a:r>
              <a:rPr dirty="0" sz="3400" spc="-2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and</a:t>
            </a:r>
            <a:r>
              <a:rPr dirty="0" sz="3400" spc="-15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mitigation</a:t>
            </a:r>
            <a:endParaRPr sz="3400">
              <a:latin typeface="Arial"/>
              <a:cs typeface="Arial"/>
            </a:endParaRPr>
          </a:p>
          <a:p>
            <a:pPr algn="ctr">
              <a:lnSpc>
                <a:spcPts val="4070"/>
              </a:lnSpc>
            </a:pPr>
            <a:r>
              <a:rPr dirty="0" sz="3400" spc="-10" b="1">
                <a:latin typeface="Arial"/>
                <a:cs typeface="Arial"/>
              </a:rPr>
              <a:t>strategy</a:t>
            </a:r>
            <a:endParaRPr sz="3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856020" y="4473085"/>
            <a:ext cx="4768215" cy="7531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422275" marR="5080" indent="-410209">
              <a:lnSpc>
                <a:spcPts val="2850"/>
              </a:lnSpc>
              <a:spcBef>
                <a:spcPts val="219"/>
              </a:spcBef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2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compromise</a:t>
            </a:r>
            <a:r>
              <a:rPr dirty="0" sz="2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2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Multi-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sig</a:t>
            </a:r>
            <a:r>
              <a:rPr dirty="0" sz="2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wallet (2-of-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3)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on-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chain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revocation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856020" y="5730507"/>
            <a:ext cx="4964430" cy="7531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 indent="774700">
              <a:lnSpc>
                <a:spcPts val="2850"/>
              </a:lnSpc>
              <a:spcBef>
                <a:spcPts val="219"/>
              </a:spcBef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dirty="0" sz="24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smartphone</a:t>
            </a:r>
            <a:r>
              <a:rPr dirty="0" sz="2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dirty="0" sz="24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 MT"/>
                <a:cs typeface="Arial MT"/>
              </a:rPr>
              <a:t>-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Printable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QR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Phase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SMS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lookup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783987" y="6987930"/>
            <a:ext cx="5108575" cy="7531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690245" marR="5080" indent="-678180">
              <a:lnSpc>
                <a:spcPts val="2850"/>
              </a:lnSpc>
              <a:spcBef>
                <a:spcPts val="219"/>
              </a:spcBef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Adoption</a:t>
            </a:r>
            <a:r>
              <a:rPr dirty="0" sz="2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resistance</a:t>
            </a:r>
            <a:r>
              <a:rPr dirty="0" sz="2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2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Pilot</a:t>
            </a:r>
            <a:r>
              <a:rPr dirty="0" sz="2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in-house,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then</a:t>
            </a:r>
            <a:r>
              <a:rPr dirty="0" sz="2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push</a:t>
            </a:r>
            <a:r>
              <a:rPr dirty="0" sz="2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UGC</a:t>
            </a:r>
            <a:r>
              <a:rPr dirty="0" sz="2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mandate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854606" y="8242209"/>
            <a:ext cx="47453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610235" marR="5080" indent="-598170">
              <a:lnSpc>
                <a:spcPts val="2630"/>
              </a:lnSpc>
              <a:spcBef>
                <a:spcPts val="195"/>
              </a:spcBef>
            </a:pPr>
            <a:r>
              <a:rPr dirty="0" sz="2200">
                <a:solidFill>
                  <a:srgbClr val="FFFFFF"/>
                </a:solidFill>
                <a:latin typeface="Arial MT"/>
                <a:cs typeface="Arial MT"/>
              </a:rPr>
              <a:t>DigiLocker</a:t>
            </a:r>
            <a:r>
              <a:rPr dirty="0" sz="22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FFFF"/>
                </a:solidFill>
                <a:latin typeface="Arial MT"/>
                <a:cs typeface="Arial MT"/>
              </a:rPr>
              <a:t>overlap</a:t>
            </a:r>
            <a:r>
              <a:rPr dirty="0" sz="2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dirty="0" sz="2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Arial MT"/>
                <a:cs typeface="Arial MT"/>
              </a:rPr>
              <a:t>Complementary </a:t>
            </a:r>
            <a:r>
              <a:rPr dirty="0" sz="2200">
                <a:solidFill>
                  <a:srgbClr val="FFFFFF"/>
                </a:solidFill>
                <a:latin typeface="Arial MT"/>
                <a:cs typeface="Arial MT"/>
              </a:rPr>
              <a:t>trust</a:t>
            </a:r>
            <a:r>
              <a:rPr dirty="0" sz="2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Arial MT"/>
                <a:cs typeface="Arial MT"/>
              </a:rPr>
              <a:t>layer,</a:t>
            </a:r>
            <a:r>
              <a:rPr dirty="0" sz="2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dirty="0" sz="22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Arial MT"/>
                <a:cs typeface="Arial MT"/>
              </a:rPr>
              <a:t>replacement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289783" y="4245520"/>
            <a:ext cx="572071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b="1">
                <a:latin typeface="Arial"/>
                <a:cs typeface="Arial"/>
              </a:rPr>
              <a:t>Phase</a:t>
            </a:r>
            <a:r>
              <a:rPr dirty="0" sz="3900" spc="-130" b="1">
                <a:latin typeface="Arial"/>
                <a:cs typeface="Arial"/>
              </a:rPr>
              <a:t> </a:t>
            </a:r>
            <a:r>
              <a:rPr dirty="0" sz="3900" b="1">
                <a:latin typeface="Arial"/>
                <a:cs typeface="Arial"/>
              </a:rPr>
              <a:t>Rollout</a:t>
            </a:r>
            <a:r>
              <a:rPr dirty="0" sz="3900" spc="-130" b="1">
                <a:latin typeface="Arial"/>
                <a:cs typeface="Arial"/>
              </a:rPr>
              <a:t> </a:t>
            </a:r>
            <a:r>
              <a:rPr dirty="0" sz="3900" spc="-10" b="1">
                <a:latin typeface="Arial"/>
                <a:cs typeface="Arial"/>
              </a:rPr>
              <a:t>Roadmap</a:t>
            </a:r>
            <a:endParaRPr sz="3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1529" y="5936386"/>
            <a:ext cx="1798320" cy="1748155"/>
          </a:xfrm>
          <a:prstGeom prst="rect">
            <a:avLst/>
          </a:prstGeom>
        </p:spPr>
        <p:txBody>
          <a:bodyPr wrap="square" lIns="0" tIns="2501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70"/>
              </a:spcBef>
            </a:pPr>
            <a:r>
              <a:rPr dirty="0" sz="2900" b="1">
                <a:latin typeface="Arial"/>
                <a:cs typeface="Arial"/>
              </a:rPr>
              <a:t>Phase</a:t>
            </a:r>
            <a:r>
              <a:rPr dirty="0" sz="2900" spc="-65" b="1">
                <a:latin typeface="Arial"/>
                <a:cs typeface="Arial"/>
              </a:rPr>
              <a:t> </a:t>
            </a:r>
            <a:r>
              <a:rPr dirty="0" sz="2900" spc="-50" b="1">
                <a:latin typeface="Arial"/>
                <a:cs typeface="Arial"/>
              </a:rPr>
              <a:t>1</a:t>
            </a:r>
            <a:endParaRPr sz="2900">
              <a:latin typeface="Arial"/>
              <a:cs typeface="Arial"/>
            </a:endParaRPr>
          </a:p>
          <a:p>
            <a:pPr algn="ctr" marL="12700" marR="5080">
              <a:lnSpc>
                <a:spcPts val="3229"/>
              </a:lnSpc>
              <a:spcBef>
                <a:spcPts val="1850"/>
              </a:spcBef>
            </a:pPr>
            <a:r>
              <a:rPr dirty="0" sz="2700">
                <a:latin typeface="Arial MT"/>
                <a:cs typeface="Arial MT"/>
              </a:rPr>
              <a:t>Pilot at </a:t>
            </a:r>
            <a:r>
              <a:rPr dirty="0" sz="2700" spc="-25">
                <a:latin typeface="Arial MT"/>
                <a:cs typeface="Arial MT"/>
              </a:rPr>
              <a:t>own </a:t>
            </a:r>
            <a:r>
              <a:rPr dirty="0" sz="2700" spc="-10">
                <a:latin typeface="Arial MT"/>
                <a:cs typeface="Arial MT"/>
              </a:rPr>
              <a:t>college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96775" y="6163734"/>
            <a:ext cx="1454785" cy="171450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algn="ctr" marL="12700" marR="5080" indent="36830">
              <a:lnSpc>
                <a:spcPct val="103600"/>
              </a:lnSpc>
              <a:spcBef>
                <a:spcPts val="409"/>
              </a:spcBef>
            </a:pPr>
            <a:r>
              <a:rPr dirty="0" sz="2900" b="1">
                <a:latin typeface="Arial"/>
                <a:cs typeface="Arial"/>
              </a:rPr>
              <a:t>Phase</a:t>
            </a:r>
            <a:r>
              <a:rPr dirty="0" sz="2900" spc="-65" b="1">
                <a:latin typeface="Arial"/>
                <a:cs typeface="Arial"/>
              </a:rPr>
              <a:t> </a:t>
            </a:r>
            <a:r>
              <a:rPr dirty="0" sz="2900" spc="-50" b="1">
                <a:latin typeface="Arial"/>
                <a:cs typeface="Arial"/>
              </a:rPr>
              <a:t>2 </a:t>
            </a:r>
            <a:r>
              <a:rPr dirty="0" sz="2500" spc="-10">
                <a:latin typeface="Arial MT"/>
                <a:cs typeface="Arial MT"/>
              </a:rPr>
              <a:t>state university network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81683" y="6219521"/>
            <a:ext cx="1874520" cy="171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0650">
              <a:lnSpc>
                <a:spcPct val="100000"/>
              </a:lnSpc>
              <a:spcBef>
                <a:spcPts val="100"/>
              </a:spcBef>
            </a:pPr>
            <a:r>
              <a:rPr dirty="0" sz="2900" b="1">
                <a:latin typeface="Arial"/>
                <a:cs typeface="Arial"/>
              </a:rPr>
              <a:t>Phase</a:t>
            </a:r>
            <a:r>
              <a:rPr dirty="0" sz="2900" spc="-65" b="1">
                <a:latin typeface="Arial"/>
                <a:cs typeface="Arial"/>
              </a:rPr>
              <a:t> </a:t>
            </a:r>
            <a:r>
              <a:rPr dirty="0" sz="2900" spc="-50" b="1">
                <a:latin typeface="Arial"/>
                <a:cs typeface="Arial"/>
              </a:rPr>
              <a:t>3</a:t>
            </a:r>
            <a:endParaRPr sz="2900">
              <a:latin typeface="Arial"/>
              <a:cs typeface="Arial"/>
            </a:endParaRPr>
          </a:p>
          <a:p>
            <a:pPr algn="ctr" marR="87630">
              <a:lnSpc>
                <a:spcPts val="3235"/>
              </a:lnSpc>
              <a:spcBef>
                <a:spcPts val="95"/>
              </a:spcBef>
            </a:pPr>
            <a:r>
              <a:rPr dirty="0" sz="2700" spc="-25">
                <a:latin typeface="Arial MT"/>
                <a:cs typeface="Arial MT"/>
              </a:rPr>
              <a:t>UGC</a:t>
            </a:r>
            <a:endParaRPr sz="2700">
              <a:latin typeface="Arial MT"/>
              <a:cs typeface="Arial MT"/>
            </a:endParaRPr>
          </a:p>
          <a:p>
            <a:pPr algn="ctr" marL="12700" marR="5080" indent="-95885">
              <a:lnSpc>
                <a:spcPts val="3229"/>
              </a:lnSpc>
              <a:spcBef>
                <a:spcPts val="95"/>
              </a:spcBef>
            </a:pPr>
            <a:r>
              <a:rPr dirty="0" sz="2700" spc="-10">
                <a:latin typeface="Arial MT"/>
                <a:cs typeface="Arial MT"/>
              </a:rPr>
              <a:t>mandate+ </a:t>
            </a:r>
            <a:r>
              <a:rPr dirty="0" sz="2700">
                <a:latin typeface="Arial MT"/>
                <a:cs typeface="Arial MT"/>
              </a:rPr>
              <a:t>SMS</a:t>
            </a:r>
            <a:r>
              <a:rPr dirty="0" sz="2700" spc="-10">
                <a:latin typeface="Arial MT"/>
                <a:cs typeface="Arial MT"/>
              </a:rPr>
              <a:t> lookup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624697" y="6079589"/>
            <a:ext cx="1684020" cy="173482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844"/>
              </a:spcBef>
            </a:pPr>
            <a:r>
              <a:rPr dirty="0" sz="2900" b="1">
                <a:latin typeface="Arial"/>
                <a:cs typeface="Arial"/>
              </a:rPr>
              <a:t>Phase</a:t>
            </a:r>
            <a:r>
              <a:rPr dirty="0" sz="2900" spc="-65" b="1">
                <a:latin typeface="Arial"/>
                <a:cs typeface="Arial"/>
              </a:rPr>
              <a:t> </a:t>
            </a:r>
            <a:r>
              <a:rPr dirty="0" sz="2900" spc="-50" b="1">
                <a:latin typeface="Arial"/>
                <a:cs typeface="Arial"/>
              </a:rPr>
              <a:t>4</a:t>
            </a:r>
            <a:endParaRPr sz="2900">
              <a:latin typeface="Arial"/>
              <a:cs typeface="Arial"/>
            </a:endParaRPr>
          </a:p>
          <a:p>
            <a:pPr algn="ctr" marL="212090" marR="205104">
              <a:lnSpc>
                <a:spcPts val="3220"/>
              </a:lnSpc>
              <a:spcBef>
                <a:spcPts val="820"/>
              </a:spcBef>
            </a:pPr>
            <a:r>
              <a:rPr dirty="0" sz="2700" spc="-10">
                <a:latin typeface="Arial MT"/>
                <a:cs typeface="Arial MT"/>
              </a:rPr>
              <a:t>National scale</a:t>
            </a:r>
            <a:endParaRPr sz="2700">
              <a:latin typeface="Arial MT"/>
              <a:cs typeface="Arial MT"/>
            </a:endParaRPr>
          </a:p>
          <a:p>
            <a:pPr algn="ctr">
              <a:lnSpc>
                <a:spcPts val="1970"/>
              </a:lnSpc>
            </a:pPr>
            <a:r>
              <a:rPr dirty="0" sz="1800">
                <a:latin typeface="Arial MT"/>
                <a:cs typeface="Arial MT"/>
              </a:rPr>
              <a:t>(40M+ </a:t>
            </a:r>
            <a:r>
              <a:rPr dirty="0" sz="1800" spc="-10">
                <a:latin typeface="Arial MT"/>
                <a:cs typeface="Arial MT"/>
              </a:rPr>
              <a:t>students)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22375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185"/>
              <a:t> </a:t>
            </a:r>
            <a:r>
              <a:rPr dirty="0"/>
              <a:t>AND</a:t>
            </a:r>
            <a:r>
              <a:rPr dirty="0" spc="-180"/>
              <a:t> </a:t>
            </a:r>
            <a:r>
              <a:rPr dirty="0" spc="-1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70756" y="0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6"/>
                </a:moveTo>
                <a:lnTo>
                  <a:pt x="1908817" y="699962"/>
                </a:lnTo>
                <a:lnTo>
                  <a:pt x="1888573" y="772767"/>
                </a:lnTo>
                <a:lnTo>
                  <a:pt x="1873709" y="808005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0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3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8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8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2656" y="349250"/>
            <a:ext cx="11918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CypherX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47310"/>
            <a:ext cx="18288000" cy="1633855"/>
            <a:chOff x="0" y="47310"/>
            <a:chExt cx="18288000" cy="16338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51418" y="47310"/>
              <a:ext cx="3372272" cy="159572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643062"/>
              <a:ext cx="18288000" cy="38100"/>
            </a:xfrm>
            <a:custGeom>
              <a:avLst/>
              <a:gdLst/>
              <a:ahLst/>
              <a:cxnLst/>
              <a:rect l="l" t="t" r="r" b="b"/>
              <a:pathLst>
                <a:path w="18288000" h="38100">
                  <a:moveTo>
                    <a:pt x="0" y="38099"/>
                  </a:moveTo>
                  <a:lnTo>
                    <a:pt x="0" y="0"/>
                  </a:lnTo>
                  <a:lnTo>
                    <a:pt x="18287999" y="0"/>
                  </a:lnTo>
                  <a:lnTo>
                    <a:pt x="18287999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17808" y="1922752"/>
            <a:ext cx="4278630" cy="1843405"/>
            <a:chOff x="317808" y="1922752"/>
            <a:chExt cx="4278630" cy="1843405"/>
          </a:xfrm>
        </p:grpSpPr>
        <p:sp>
          <p:nvSpPr>
            <p:cNvPr id="9" name="object 9"/>
            <p:cNvSpPr/>
            <p:nvPr/>
          </p:nvSpPr>
          <p:spPr>
            <a:xfrm>
              <a:off x="508884" y="2113827"/>
              <a:ext cx="4087495" cy="1652270"/>
            </a:xfrm>
            <a:custGeom>
              <a:avLst/>
              <a:gdLst/>
              <a:ahLst/>
              <a:cxnLst/>
              <a:rect l="l" t="t" r="r" b="b"/>
              <a:pathLst>
                <a:path w="4087495" h="1652270">
                  <a:moveTo>
                    <a:pt x="3871801" y="1652160"/>
                  </a:moveTo>
                  <a:lnTo>
                    <a:pt x="212625" y="1652160"/>
                  </a:lnTo>
                  <a:lnTo>
                    <a:pt x="161258" y="1646047"/>
                  </a:lnTo>
                  <a:lnTo>
                    <a:pt x="114400" y="1628641"/>
                  </a:lnTo>
                  <a:lnTo>
                    <a:pt x="73449" y="1601338"/>
                  </a:lnTo>
                  <a:lnTo>
                    <a:pt x="39800" y="1565534"/>
                  </a:lnTo>
                  <a:lnTo>
                    <a:pt x="14852" y="1522627"/>
                  </a:lnTo>
                  <a:lnTo>
                    <a:pt x="0" y="1474014"/>
                  </a:lnTo>
                  <a:lnTo>
                    <a:pt x="18856" y="1475989"/>
                  </a:lnTo>
                  <a:lnTo>
                    <a:pt x="28486" y="1476640"/>
                  </a:lnTo>
                  <a:lnTo>
                    <a:pt x="38789" y="1476887"/>
                  </a:lnTo>
                  <a:lnTo>
                    <a:pt x="3696528" y="1476887"/>
                  </a:lnTo>
                  <a:lnTo>
                    <a:pt x="3746012" y="1471207"/>
                  </a:lnTo>
                  <a:lnTo>
                    <a:pt x="3791398" y="1455023"/>
                  </a:lnTo>
                  <a:lnTo>
                    <a:pt x="3831407" y="1429615"/>
                  </a:lnTo>
                  <a:lnTo>
                    <a:pt x="3864756" y="1396266"/>
                  </a:lnTo>
                  <a:lnTo>
                    <a:pt x="3890164" y="1356258"/>
                  </a:lnTo>
                  <a:lnTo>
                    <a:pt x="3906348" y="1310871"/>
                  </a:lnTo>
                  <a:lnTo>
                    <a:pt x="3912028" y="1261388"/>
                  </a:lnTo>
                  <a:lnTo>
                    <a:pt x="3912028" y="38789"/>
                  </a:lnTo>
                  <a:lnTo>
                    <a:pt x="3911781" y="29092"/>
                  </a:lnTo>
                  <a:lnTo>
                    <a:pt x="3910209" y="9697"/>
                  </a:lnTo>
                  <a:lnTo>
                    <a:pt x="3909154" y="0"/>
                  </a:lnTo>
                  <a:lnTo>
                    <a:pt x="3957269" y="14852"/>
                  </a:lnTo>
                  <a:lnTo>
                    <a:pt x="4000036" y="39800"/>
                  </a:lnTo>
                  <a:lnTo>
                    <a:pt x="4035939" y="73449"/>
                  </a:lnTo>
                  <a:lnTo>
                    <a:pt x="4063462" y="114400"/>
                  </a:lnTo>
                  <a:lnTo>
                    <a:pt x="4081088" y="161258"/>
                  </a:lnTo>
                  <a:lnTo>
                    <a:pt x="4087300" y="212625"/>
                  </a:lnTo>
                  <a:lnTo>
                    <a:pt x="4087300" y="1436660"/>
                  </a:lnTo>
                  <a:lnTo>
                    <a:pt x="4081620" y="1486144"/>
                  </a:lnTo>
                  <a:lnTo>
                    <a:pt x="4065436" y="1531530"/>
                  </a:lnTo>
                  <a:lnTo>
                    <a:pt x="4040028" y="1571539"/>
                  </a:lnTo>
                  <a:lnTo>
                    <a:pt x="4006679" y="1604888"/>
                  </a:lnTo>
                  <a:lnTo>
                    <a:pt x="3966671" y="1630295"/>
                  </a:lnTo>
                  <a:lnTo>
                    <a:pt x="3921284" y="1646480"/>
                  </a:lnTo>
                  <a:lnTo>
                    <a:pt x="3871801" y="1652160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2174" y="1937118"/>
              <a:ext cx="4090670" cy="1655445"/>
            </a:xfrm>
            <a:custGeom>
              <a:avLst/>
              <a:gdLst/>
              <a:ahLst/>
              <a:cxnLst/>
              <a:rect l="l" t="t" r="r" b="b"/>
              <a:pathLst>
                <a:path w="4090670" h="1655445">
                  <a:moveTo>
                    <a:pt x="3874674" y="1655033"/>
                  </a:moveTo>
                  <a:lnTo>
                    <a:pt x="215499" y="1655033"/>
                  </a:lnTo>
                  <a:lnTo>
                    <a:pt x="166016" y="1649353"/>
                  </a:lnTo>
                  <a:lnTo>
                    <a:pt x="120629" y="1633169"/>
                  </a:lnTo>
                  <a:lnTo>
                    <a:pt x="80620" y="1607761"/>
                  </a:lnTo>
                  <a:lnTo>
                    <a:pt x="47271" y="1574412"/>
                  </a:lnTo>
                  <a:lnTo>
                    <a:pt x="21864" y="1534404"/>
                  </a:lnTo>
                  <a:lnTo>
                    <a:pt x="5679" y="1489017"/>
                  </a:lnTo>
                  <a:lnTo>
                    <a:pt x="0" y="1439534"/>
                  </a:lnTo>
                  <a:lnTo>
                    <a:pt x="0" y="215499"/>
                  </a:lnTo>
                  <a:lnTo>
                    <a:pt x="5679" y="166016"/>
                  </a:lnTo>
                  <a:lnTo>
                    <a:pt x="21864" y="120629"/>
                  </a:lnTo>
                  <a:lnTo>
                    <a:pt x="47271" y="80620"/>
                  </a:lnTo>
                  <a:lnTo>
                    <a:pt x="80620" y="47271"/>
                  </a:lnTo>
                  <a:lnTo>
                    <a:pt x="120629" y="21864"/>
                  </a:lnTo>
                  <a:lnTo>
                    <a:pt x="166016" y="5679"/>
                  </a:lnTo>
                  <a:lnTo>
                    <a:pt x="215499" y="0"/>
                  </a:lnTo>
                  <a:lnTo>
                    <a:pt x="3874674" y="0"/>
                  </a:lnTo>
                  <a:lnTo>
                    <a:pt x="3924158" y="5679"/>
                  </a:lnTo>
                  <a:lnTo>
                    <a:pt x="3969544" y="21864"/>
                  </a:lnTo>
                  <a:lnTo>
                    <a:pt x="4009553" y="47271"/>
                  </a:lnTo>
                  <a:lnTo>
                    <a:pt x="4042902" y="80620"/>
                  </a:lnTo>
                  <a:lnTo>
                    <a:pt x="4068310" y="120629"/>
                  </a:lnTo>
                  <a:lnTo>
                    <a:pt x="4084494" y="166016"/>
                  </a:lnTo>
                  <a:lnTo>
                    <a:pt x="4090174" y="215499"/>
                  </a:lnTo>
                  <a:lnTo>
                    <a:pt x="4090174" y="1439534"/>
                  </a:lnTo>
                  <a:lnTo>
                    <a:pt x="4084419" y="1489017"/>
                  </a:lnTo>
                  <a:lnTo>
                    <a:pt x="4068058" y="1534404"/>
                  </a:lnTo>
                  <a:lnTo>
                    <a:pt x="4042450" y="1574412"/>
                  </a:lnTo>
                  <a:lnTo>
                    <a:pt x="4008950" y="1607761"/>
                  </a:lnTo>
                  <a:lnTo>
                    <a:pt x="3968916" y="1633169"/>
                  </a:lnTo>
                  <a:lnTo>
                    <a:pt x="3923705" y="1649353"/>
                  </a:lnTo>
                  <a:lnTo>
                    <a:pt x="3874674" y="16550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7808" y="1922752"/>
              <a:ext cx="4119245" cy="1684020"/>
            </a:xfrm>
            <a:custGeom>
              <a:avLst/>
              <a:gdLst/>
              <a:ahLst/>
              <a:cxnLst/>
              <a:rect l="l" t="t" r="r" b="b"/>
              <a:pathLst>
                <a:path w="4119245" h="1684020">
                  <a:moveTo>
                    <a:pt x="3889041" y="1683766"/>
                  </a:moveTo>
                  <a:lnTo>
                    <a:pt x="229865" y="1683766"/>
                  </a:lnTo>
                  <a:lnTo>
                    <a:pt x="183690" y="1679075"/>
                  </a:lnTo>
                  <a:lnTo>
                    <a:pt x="140613" y="1665628"/>
                  </a:lnTo>
                  <a:lnTo>
                    <a:pt x="101576" y="1644370"/>
                  </a:lnTo>
                  <a:lnTo>
                    <a:pt x="67523" y="1616243"/>
                  </a:lnTo>
                  <a:lnTo>
                    <a:pt x="39395" y="1582190"/>
                  </a:lnTo>
                  <a:lnTo>
                    <a:pt x="18137" y="1543153"/>
                  </a:lnTo>
                  <a:lnTo>
                    <a:pt x="4691" y="1500076"/>
                  </a:lnTo>
                  <a:lnTo>
                    <a:pt x="0" y="1453900"/>
                  </a:lnTo>
                  <a:lnTo>
                    <a:pt x="0" y="229865"/>
                  </a:lnTo>
                  <a:lnTo>
                    <a:pt x="4671" y="183892"/>
                  </a:lnTo>
                  <a:lnTo>
                    <a:pt x="18137" y="140613"/>
                  </a:lnTo>
                  <a:lnTo>
                    <a:pt x="39395" y="101576"/>
                  </a:lnTo>
                  <a:lnTo>
                    <a:pt x="67523" y="67523"/>
                  </a:lnTo>
                  <a:lnTo>
                    <a:pt x="101576" y="39395"/>
                  </a:lnTo>
                  <a:lnTo>
                    <a:pt x="140613" y="18137"/>
                  </a:lnTo>
                  <a:lnTo>
                    <a:pt x="183690" y="4691"/>
                  </a:lnTo>
                  <a:lnTo>
                    <a:pt x="229865" y="0"/>
                  </a:lnTo>
                  <a:lnTo>
                    <a:pt x="3889041" y="0"/>
                  </a:lnTo>
                  <a:lnTo>
                    <a:pt x="3935216" y="4691"/>
                  </a:lnTo>
                  <a:lnTo>
                    <a:pt x="3978293" y="18137"/>
                  </a:lnTo>
                  <a:lnTo>
                    <a:pt x="3997750" y="28733"/>
                  </a:lnTo>
                  <a:lnTo>
                    <a:pt x="229865" y="28733"/>
                  </a:lnTo>
                  <a:lnTo>
                    <a:pt x="183892" y="34069"/>
                  </a:lnTo>
                  <a:lnTo>
                    <a:pt x="141613" y="49256"/>
                  </a:lnTo>
                  <a:lnTo>
                    <a:pt x="104260" y="73064"/>
                  </a:lnTo>
                  <a:lnTo>
                    <a:pt x="73064" y="104260"/>
                  </a:lnTo>
                  <a:lnTo>
                    <a:pt x="49256" y="141613"/>
                  </a:lnTo>
                  <a:lnTo>
                    <a:pt x="34141" y="183690"/>
                  </a:lnTo>
                  <a:lnTo>
                    <a:pt x="28733" y="229865"/>
                  </a:lnTo>
                  <a:lnTo>
                    <a:pt x="28733" y="1453900"/>
                  </a:lnTo>
                  <a:lnTo>
                    <a:pt x="34069" y="1499874"/>
                  </a:lnTo>
                  <a:lnTo>
                    <a:pt x="49256" y="1542152"/>
                  </a:lnTo>
                  <a:lnTo>
                    <a:pt x="73064" y="1579506"/>
                  </a:lnTo>
                  <a:lnTo>
                    <a:pt x="104260" y="1610702"/>
                  </a:lnTo>
                  <a:lnTo>
                    <a:pt x="141613" y="1634509"/>
                  </a:lnTo>
                  <a:lnTo>
                    <a:pt x="183892" y="1649697"/>
                  </a:lnTo>
                  <a:lnTo>
                    <a:pt x="229865" y="1655033"/>
                  </a:lnTo>
                  <a:lnTo>
                    <a:pt x="3997750" y="1655033"/>
                  </a:lnTo>
                  <a:lnTo>
                    <a:pt x="3978293" y="1665628"/>
                  </a:lnTo>
                  <a:lnTo>
                    <a:pt x="3935216" y="1679075"/>
                  </a:lnTo>
                  <a:lnTo>
                    <a:pt x="3889041" y="1683766"/>
                  </a:lnTo>
                  <a:close/>
                </a:path>
                <a:path w="4119245" h="1684020">
                  <a:moveTo>
                    <a:pt x="3997750" y="1655033"/>
                  </a:moveTo>
                  <a:lnTo>
                    <a:pt x="3889041" y="1655033"/>
                  </a:lnTo>
                  <a:lnTo>
                    <a:pt x="3935014" y="1649697"/>
                  </a:lnTo>
                  <a:lnTo>
                    <a:pt x="3977293" y="1634509"/>
                  </a:lnTo>
                  <a:lnTo>
                    <a:pt x="4014646" y="1610702"/>
                  </a:lnTo>
                  <a:lnTo>
                    <a:pt x="4045842" y="1579506"/>
                  </a:lnTo>
                  <a:lnTo>
                    <a:pt x="4069650" y="1542152"/>
                  </a:lnTo>
                  <a:lnTo>
                    <a:pt x="4084765" y="1500076"/>
                  </a:lnTo>
                  <a:lnTo>
                    <a:pt x="4084837" y="1499874"/>
                  </a:lnTo>
                  <a:lnTo>
                    <a:pt x="4090174" y="1453900"/>
                  </a:lnTo>
                  <a:lnTo>
                    <a:pt x="4090174" y="229865"/>
                  </a:lnTo>
                  <a:lnTo>
                    <a:pt x="4084837" y="183892"/>
                  </a:lnTo>
                  <a:lnTo>
                    <a:pt x="4069650" y="141613"/>
                  </a:lnTo>
                  <a:lnTo>
                    <a:pt x="4045842" y="104260"/>
                  </a:lnTo>
                  <a:lnTo>
                    <a:pt x="4014646" y="73064"/>
                  </a:lnTo>
                  <a:lnTo>
                    <a:pt x="3977293" y="49256"/>
                  </a:lnTo>
                  <a:lnTo>
                    <a:pt x="3935014" y="34069"/>
                  </a:lnTo>
                  <a:lnTo>
                    <a:pt x="3889041" y="28733"/>
                  </a:lnTo>
                  <a:lnTo>
                    <a:pt x="3997750" y="28733"/>
                  </a:lnTo>
                  <a:lnTo>
                    <a:pt x="4051384" y="67523"/>
                  </a:lnTo>
                  <a:lnTo>
                    <a:pt x="4079511" y="101576"/>
                  </a:lnTo>
                  <a:lnTo>
                    <a:pt x="4100769" y="140613"/>
                  </a:lnTo>
                  <a:lnTo>
                    <a:pt x="4114215" y="183690"/>
                  </a:lnTo>
                  <a:lnTo>
                    <a:pt x="4118907" y="229865"/>
                  </a:lnTo>
                  <a:lnTo>
                    <a:pt x="4118907" y="1453900"/>
                  </a:lnTo>
                  <a:lnTo>
                    <a:pt x="4114236" y="1499874"/>
                  </a:lnTo>
                  <a:lnTo>
                    <a:pt x="4100769" y="1543153"/>
                  </a:lnTo>
                  <a:lnTo>
                    <a:pt x="4079511" y="1582190"/>
                  </a:lnTo>
                  <a:lnTo>
                    <a:pt x="4051384" y="1616243"/>
                  </a:lnTo>
                  <a:lnTo>
                    <a:pt x="4017330" y="1644370"/>
                  </a:lnTo>
                  <a:lnTo>
                    <a:pt x="3997750" y="1655033"/>
                  </a:lnTo>
                  <a:close/>
                </a:path>
              </a:pathLst>
            </a:custGeom>
            <a:solidFill>
              <a:srgbClr val="336F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13743539" y="1922752"/>
            <a:ext cx="4278630" cy="1843405"/>
            <a:chOff x="13743539" y="1922752"/>
            <a:chExt cx="4278630" cy="1843405"/>
          </a:xfrm>
        </p:grpSpPr>
        <p:sp>
          <p:nvSpPr>
            <p:cNvPr id="13" name="object 13"/>
            <p:cNvSpPr/>
            <p:nvPr/>
          </p:nvSpPr>
          <p:spPr>
            <a:xfrm>
              <a:off x="13934615" y="2113827"/>
              <a:ext cx="4087495" cy="1652270"/>
            </a:xfrm>
            <a:custGeom>
              <a:avLst/>
              <a:gdLst/>
              <a:ahLst/>
              <a:cxnLst/>
              <a:rect l="l" t="t" r="r" b="b"/>
              <a:pathLst>
                <a:path w="4087494" h="1652270">
                  <a:moveTo>
                    <a:pt x="3871801" y="1652160"/>
                  </a:moveTo>
                  <a:lnTo>
                    <a:pt x="212625" y="1652160"/>
                  </a:lnTo>
                  <a:lnTo>
                    <a:pt x="161258" y="1646047"/>
                  </a:lnTo>
                  <a:lnTo>
                    <a:pt x="114400" y="1628641"/>
                  </a:lnTo>
                  <a:lnTo>
                    <a:pt x="73449" y="1601338"/>
                  </a:lnTo>
                  <a:lnTo>
                    <a:pt x="39800" y="1565534"/>
                  </a:lnTo>
                  <a:lnTo>
                    <a:pt x="14852" y="1522627"/>
                  </a:lnTo>
                  <a:lnTo>
                    <a:pt x="0" y="1474014"/>
                  </a:lnTo>
                  <a:lnTo>
                    <a:pt x="18856" y="1475989"/>
                  </a:lnTo>
                  <a:lnTo>
                    <a:pt x="28486" y="1476640"/>
                  </a:lnTo>
                  <a:lnTo>
                    <a:pt x="38789" y="1476887"/>
                  </a:lnTo>
                  <a:lnTo>
                    <a:pt x="3696528" y="1476887"/>
                  </a:lnTo>
                  <a:lnTo>
                    <a:pt x="3746012" y="1471207"/>
                  </a:lnTo>
                  <a:lnTo>
                    <a:pt x="3791398" y="1455023"/>
                  </a:lnTo>
                  <a:lnTo>
                    <a:pt x="3831407" y="1429615"/>
                  </a:lnTo>
                  <a:lnTo>
                    <a:pt x="3864756" y="1396266"/>
                  </a:lnTo>
                  <a:lnTo>
                    <a:pt x="3890164" y="1356258"/>
                  </a:lnTo>
                  <a:lnTo>
                    <a:pt x="3906348" y="1310871"/>
                  </a:lnTo>
                  <a:lnTo>
                    <a:pt x="3912028" y="1261388"/>
                  </a:lnTo>
                  <a:lnTo>
                    <a:pt x="3912028" y="38789"/>
                  </a:lnTo>
                  <a:lnTo>
                    <a:pt x="3911781" y="29092"/>
                  </a:lnTo>
                  <a:lnTo>
                    <a:pt x="3910209" y="9697"/>
                  </a:lnTo>
                  <a:lnTo>
                    <a:pt x="3909154" y="0"/>
                  </a:lnTo>
                  <a:lnTo>
                    <a:pt x="3957269" y="14852"/>
                  </a:lnTo>
                  <a:lnTo>
                    <a:pt x="4000036" y="39800"/>
                  </a:lnTo>
                  <a:lnTo>
                    <a:pt x="4035939" y="73449"/>
                  </a:lnTo>
                  <a:lnTo>
                    <a:pt x="4063462" y="114400"/>
                  </a:lnTo>
                  <a:lnTo>
                    <a:pt x="4081088" y="161258"/>
                  </a:lnTo>
                  <a:lnTo>
                    <a:pt x="4087300" y="212625"/>
                  </a:lnTo>
                  <a:lnTo>
                    <a:pt x="4087300" y="1436660"/>
                  </a:lnTo>
                  <a:lnTo>
                    <a:pt x="4081620" y="1486144"/>
                  </a:lnTo>
                  <a:lnTo>
                    <a:pt x="4065436" y="1531530"/>
                  </a:lnTo>
                  <a:lnTo>
                    <a:pt x="4040028" y="1571539"/>
                  </a:lnTo>
                  <a:lnTo>
                    <a:pt x="4006679" y="1604888"/>
                  </a:lnTo>
                  <a:lnTo>
                    <a:pt x="3966671" y="1630295"/>
                  </a:lnTo>
                  <a:lnTo>
                    <a:pt x="3921284" y="1646480"/>
                  </a:lnTo>
                  <a:lnTo>
                    <a:pt x="3871801" y="1652160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757906" y="1937118"/>
              <a:ext cx="4090670" cy="1655445"/>
            </a:xfrm>
            <a:custGeom>
              <a:avLst/>
              <a:gdLst/>
              <a:ahLst/>
              <a:cxnLst/>
              <a:rect l="l" t="t" r="r" b="b"/>
              <a:pathLst>
                <a:path w="4090669" h="1655445">
                  <a:moveTo>
                    <a:pt x="3874674" y="1655033"/>
                  </a:moveTo>
                  <a:lnTo>
                    <a:pt x="215499" y="1655033"/>
                  </a:lnTo>
                  <a:lnTo>
                    <a:pt x="166016" y="1649353"/>
                  </a:lnTo>
                  <a:lnTo>
                    <a:pt x="120629" y="1633169"/>
                  </a:lnTo>
                  <a:lnTo>
                    <a:pt x="80620" y="1607761"/>
                  </a:lnTo>
                  <a:lnTo>
                    <a:pt x="47271" y="1574412"/>
                  </a:lnTo>
                  <a:lnTo>
                    <a:pt x="21864" y="1534404"/>
                  </a:lnTo>
                  <a:lnTo>
                    <a:pt x="5679" y="1489017"/>
                  </a:lnTo>
                  <a:lnTo>
                    <a:pt x="0" y="1439534"/>
                  </a:lnTo>
                  <a:lnTo>
                    <a:pt x="0" y="215499"/>
                  </a:lnTo>
                  <a:lnTo>
                    <a:pt x="5679" y="166016"/>
                  </a:lnTo>
                  <a:lnTo>
                    <a:pt x="21864" y="120629"/>
                  </a:lnTo>
                  <a:lnTo>
                    <a:pt x="47271" y="80620"/>
                  </a:lnTo>
                  <a:lnTo>
                    <a:pt x="80620" y="47271"/>
                  </a:lnTo>
                  <a:lnTo>
                    <a:pt x="120629" y="21864"/>
                  </a:lnTo>
                  <a:lnTo>
                    <a:pt x="166016" y="5679"/>
                  </a:lnTo>
                  <a:lnTo>
                    <a:pt x="215499" y="0"/>
                  </a:lnTo>
                  <a:lnTo>
                    <a:pt x="3874674" y="0"/>
                  </a:lnTo>
                  <a:lnTo>
                    <a:pt x="3924158" y="5679"/>
                  </a:lnTo>
                  <a:lnTo>
                    <a:pt x="3969544" y="21864"/>
                  </a:lnTo>
                  <a:lnTo>
                    <a:pt x="4009553" y="47271"/>
                  </a:lnTo>
                  <a:lnTo>
                    <a:pt x="4042902" y="80620"/>
                  </a:lnTo>
                  <a:lnTo>
                    <a:pt x="4068310" y="120629"/>
                  </a:lnTo>
                  <a:lnTo>
                    <a:pt x="4084494" y="166016"/>
                  </a:lnTo>
                  <a:lnTo>
                    <a:pt x="4090174" y="215499"/>
                  </a:lnTo>
                  <a:lnTo>
                    <a:pt x="4090174" y="1439534"/>
                  </a:lnTo>
                  <a:lnTo>
                    <a:pt x="4084419" y="1489017"/>
                  </a:lnTo>
                  <a:lnTo>
                    <a:pt x="4068058" y="1534404"/>
                  </a:lnTo>
                  <a:lnTo>
                    <a:pt x="4042450" y="1574412"/>
                  </a:lnTo>
                  <a:lnTo>
                    <a:pt x="4008950" y="1607761"/>
                  </a:lnTo>
                  <a:lnTo>
                    <a:pt x="3968916" y="1633169"/>
                  </a:lnTo>
                  <a:lnTo>
                    <a:pt x="3923705" y="1649353"/>
                  </a:lnTo>
                  <a:lnTo>
                    <a:pt x="3874674" y="16550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743539" y="1922752"/>
              <a:ext cx="4119245" cy="1684020"/>
            </a:xfrm>
            <a:custGeom>
              <a:avLst/>
              <a:gdLst/>
              <a:ahLst/>
              <a:cxnLst/>
              <a:rect l="l" t="t" r="r" b="b"/>
              <a:pathLst>
                <a:path w="4119244" h="1684020">
                  <a:moveTo>
                    <a:pt x="3889041" y="1683766"/>
                  </a:moveTo>
                  <a:lnTo>
                    <a:pt x="229865" y="1683766"/>
                  </a:lnTo>
                  <a:lnTo>
                    <a:pt x="183690" y="1679075"/>
                  </a:lnTo>
                  <a:lnTo>
                    <a:pt x="140613" y="1665628"/>
                  </a:lnTo>
                  <a:lnTo>
                    <a:pt x="101576" y="1644370"/>
                  </a:lnTo>
                  <a:lnTo>
                    <a:pt x="67523" y="1616243"/>
                  </a:lnTo>
                  <a:lnTo>
                    <a:pt x="39395" y="1582190"/>
                  </a:lnTo>
                  <a:lnTo>
                    <a:pt x="18137" y="1543153"/>
                  </a:lnTo>
                  <a:lnTo>
                    <a:pt x="4691" y="1500076"/>
                  </a:lnTo>
                  <a:lnTo>
                    <a:pt x="0" y="1453900"/>
                  </a:lnTo>
                  <a:lnTo>
                    <a:pt x="0" y="229865"/>
                  </a:lnTo>
                  <a:lnTo>
                    <a:pt x="4671" y="183892"/>
                  </a:lnTo>
                  <a:lnTo>
                    <a:pt x="18137" y="140613"/>
                  </a:lnTo>
                  <a:lnTo>
                    <a:pt x="39395" y="101576"/>
                  </a:lnTo>
                  <a:lnTo>
                    <a:pt x="67523" y="67523"/>
                  </a:lnTo>
                  <a:lnTo>
                    <a:pt x="101576" y="39395"/>
                  </a:lnTo>
                  <a:lnTo>
                    <a:pt x="140613" y="18137"/>
                  </a:lnTo>
                  <a:lnTo>
                    <a:pt x="183690" y="4691"/>
                  </a:lnTo>
                  <a:lnTo>
                    <a:pt x="229865" y="0"/>
                  </a:lnTo>
                  <a:lnTo>
                    <a:pt x="3889041" y="0"/>
                  </a:lnTo>
                  <a:lnTo>
                    <a:pt x="3935216" y="4691"/>
                  </a:lnTo>
                  <a:lnTo>
                    <a:pt x="3978293" y="18137"/>
                  </a:lnTo>
                  <a:lnTo>
                    <a:pt x="3997750" y="28733"/>
                  </a:lnTo>
                  <a:lnTo>
                    <a:pt x="229865" y="28733"/>
                  </a:lnTo>
                  <a:lnTo>
                    <a:pt x="183892" y="34069"/>
                  </a:lnTo>
                  <a:lnTo>
                    <a:pt x="141613" y="49256"/>
                  </a:lnTo>
                  <a:lnTo>
                    <a:pt x="104260" y="73064"/>
                  </a:lnTo>
                  <a:lnTo>
                    <a:pt x="73064" y="104260"/>
                  </a:lnTo>
                  <a:lnTo>
                    <a:pt x="49256" y="141613"/>
                  </a:lnTo>
                  <a:lnTo>
                    <a:pt x="34141" y="183690"/>
                  </a:lnTo>
                  <a:lnTo>
                    <a:pt x="28733" y="229865"/>
                  </a:lnTo>
                  <a:lnTo>
                    <a:pt x="28733" y="1453900"/>
                  </a:lnTo>
                  <a:lnTo>
                    <a:pt x="34069" y="1499874"/>
                  </a:lnTo>
                  <a:lnTo>
                    <a:pt x="49256" y="1542152"/>
                  </a:lnTo>
                  <a:lnTo>
                    <a:pt x="73064" y="1579506"/>
                  </a:lnTo>
                  <a:lnTo>
                    <a:pt x="104260" y="1610702"/>
                  </a:lnTo>
                  <a:lnTo>
                    <a:pt x="141613" y="1634509"/>
                  </a:lnTo>
                  <a:lnTo>
                    <a:pt x="183892" y="1649697"/>
                  </a:lnTo>
                  <a:lnTo>
                    <a:pt x="229865" y="1655033"/>
                  </a:lnTo>
                  <a:lnTo>
                    <a:pt x="3997750" y="1655033"/>
                  </a:lnTo>
                  <a:lnTo>
                    <a:pt x="3978293" y="1665628"/>
                  </a:lnTo>
                  <a:lnTo>
                    <a:pt x="3935216" y="1679075"/>
                  </a:lnTo>
                  <a:lnTo>
                    <a:pt x="3889041" y="1683766"/>
                  </a:lnTo>
                  <a:close/>
                </a:path>
                <a:path w="4119244" h="1684020">
                  <a:moveTo>
                    <a:pt x="3997750" y="1655033"/>
                  </a:moveTo>
                  <a:lnTo>
                    <a:pt x="3889041" y="1655033"/>
                  </a:lnTo>
                  <a:lnTo>
                    <a:pt x="3935014" y="1649697"/>
                  </a:lnTo>
                  <a:lnTo>
                    <a:pt x="3977293" y="1634509"/>
                  </a:lnTo>
                  <a:lnTo>
                    <a:pt x="4014646" y="1610702"/>
                  </a:lnTo>
                  <a:lnTo>
                    <a:pt x="4045842" y="1579506"/>
                  </a:lnTo>
                  <a:lnTo>
                    <a:pt x="4069650" y="1542152"/>
                  </a:lnTo>
                  <a:lnTo>
                    <a:pt x="4084765" y="1500076"/>
                  </a:lnTo>
                  <a:lnTo>
                    <a:pt x="4084837" y="1499874"/>
                  </a:lnTo>
                  <a:lnTo>
                    <a:pt x="4090174" y="1453900"/>
                  </a:lnTo>
                  <a:lnTo>
                    <a:pt x="4090174" y="229865"/>
                  </a:lnTo>
                  <a:lnTo>
                    <a:pt x="4084837" y="183892"/>
                  </a:lnTo>
                  <a:lnTo>
                    <a:pt x="4069650" y="141613"/>
                  </a:lnTo>
                  <a:lnTo>
                    <a:pt x="4045842" y="104260"/>
                  </a:lnTo>
                  <a:lnTo>
                    <a:pt x="4014646" y="73064"/>
                  </a:lnTo>
                  <a:lnTo>
                    <a:pt x="3977293" y="49256"/>
                  </a:lnTo>
                  <a:lnTo>
                    <a:pt x="3935014" y="34069"/>
                  </a:lnTo>
                  <a:lnTo>
                    <a:pt x="3889041" y="28733"/>
                  </a:lnTo>
                  <a:lnTo>
                    <a:pt x="3997750" y="28733"/>
                  </a:lnTo>
                  <a:lnTo>
                    <a:pt x="4051384" y="67523"/>
                  </a:lnTo>
                  <a:lnTo>
                    <a:pt x="4079511" y="101576"/>
                  </a:lnTo>
                  <a:lnTo>
                    <a:pt x="4100769" y="140613"/>
                  </a:lnTo>
                  <a:lnTo>
                    <a:pt x="4114215" y="183690"/>
                  </a:lnTo>
                  <a:lnTo>
                    <a:pt x="4118907" y="229865"/>
                  </a:lnTo>
                  <a:lnTo>
                    <a:pt x="4118907" y="1453900"/>
                  </a:lnTo>
                  <a:lnTo>
                    <a:pt x="4114236" y="1499874"/>
                  </a:lnTo>
                  <a:lnTo>
                    <a:pt x="4100769" y="1543153"/>
                  </a:lnTo>
                  <a:lnTo>
                    <a:pt x="4079511" y="1582190"/>
                  </a:lnTo>
                  <a:lnTo>
                    <a:pt x="4051384" y="1616243"/>
                  </a:lnTo>
                  <a:lnTo>
                    <a:pt x="4017330" y="1644370"/>
                  </a:lnTo>
                  <a:lnTo>
                    <a:pt x="3997750" y="1655033"/>
                  </a:lnTo>
                  <a:close/>
                </a:path>
              </a:pathLst>
            </a:custGeom>
            <a:solidFill>
              <a:srgbClr val="336F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9266152" y="1922752"/>
            <a:ext cx="4278630" cy="1843405"/>
            <a:chOff x="9266152" y="1922752"/>
            <a:chExt cx="4278630" cy="1843405"/>
          </a:xfrm>
        </p:grpSpPr>
        <p:sp>
          <p:nvSpPr>
            <p:cNvPr id="17" name="object 17"/>
            <p:cNvSpPr/>
            <p:nvPr/>
          </p:nvSpPr>
          <p:spPr>
            <a:xfrm>
              <a:off x="9457228" y="2113827"/>
              <a:ext cx="4087495" cy="1652270"/>
            </a:xfrm>
            <a:custGeom>
              <a:avLst/>
              <a:gdLst/>
              <a:ahLst/>
              <a:cxnLst/>
              <a:rect l="l" t="t" r="r" b="b"/>
              <a:pathLst>
                <a:path w="4087494" h="1652270">
                  <a:moveTo>
                    <a:pt x="3871801" y="1652160"/>
                  </a:moveTo>
                  <a:lnTo>
                    <a:pt x="212625" y="1652160"/>
                  </a:lnTo>
                  <a:lnTo>
                    <a:pt x="161258" y="1646047"/>
                  </a:lnTo>
                  <a:lnTo>
                    <a:pt x="114400" y="1628641"/>
                  </a:lnTo>
                  <a:lnTo>
                    <a:pt x="73449" y="1601338"/>
                  </a:lnTo>
                  <a:lnTo>
                    <a:pt x="39800" y="1565534"/>
                  </a:lnTo>
                  <a:lnTo>
                    <a:pt x="14852" y="1522627"/>
                  </a:lnTo>
                  <a:lnTo>
                    <a:pt x="0" y="1474014"/>
                  </a:lnTo>
                  <a:lnTo>
                    <a:pt x="18856" y="1475989"/>
                  </a:lnTo>
                  <a:lnTo>
                    <a:pt x="28486" y="1476640"/>
                  </a:lnTo>
                  <a:lnTo>
                    <a:pt x="38789" y="1476887"/>
                  </a:lnTo>
                  <a:lnTo>
                    <a:pt x="3696528" y="1476887"/>
                  </a:lnTo>
                  <a:lnTo>
                    <a:pt x="3746012" y="1471207"/>
                  </a:lnTo>
                  <a:lnTo>
                    <a:pt x="3791398" y="1455023"/>
                  </a:lnTo>
                  <a:lnTo>
                    <a:pt x="3831407" y="1429615"/>
                  </a:lnTo>
                  <a:lnTo>
                    <a:pt x="3864756" y="1396266"/>
                  </a:lnTo>
                  <a:lnTo>
                    <a:pt x="3890164" y="1356258"/>
                  </a:lnTo>
                  <a:lnTo>
                    <a:pt x="3906348" y="1310871"/>
                  </a:lnTo>
                  <a:lnTo>
                    <a:pt x="3912028" y="1261388"/>
                  </a:lnTo>
                  <a:lnTo>
                    <a:pt x="3912028" y="38789"/>
                  </a:lnTo>
                  <a:lnTo>
                    <a:pt x="3911781" y="29092"/>
                  </a:lnTo>
                  <a:lnTo>
                    <a:pt x="3910209" y="9697"/>
                  </a:lnTo>
                  <a:lnTo>
                    <a:pt x="3909154" y="0"/>
                  </a:lnTo>
                  <a:lnTo>
                    <a:pt x="3957269" y="14852"/>
                  </a:lnTo>
                  <a:lnTo>
                    <a:pt x="4000036" y="39800"/>
                  </a:lnTo>
                  <a:lnTo>
                    <a:pt x="4035939" y="73449"/>
                  </a:lnTo>
                  <a:lnTo>
                    <a:pt x="4063462" y="114400"/>
                  </a:lnTo>
                  <a:lnTo>
                    <a:pt x="4081088" y="161258"/>
                  </a:lnTo>
                  <a:lnTo>
                    <a:pt x="4087300" y="212625"/>
                  </a:lnTo>
                  <a:lnTo>
                    <a:pt x="4087300" y="1436660"/>
                  </a:lnTo>
                  <a:lnTo>
                    <a:pt x="4081620" y="1486144"/>
                  </a:lnTo>
                  <a:lnTo>
                    <a:pt x="4065436" y="1531530"/>
                  </a:lnTo>
                  <a:lnTo>
                    <a:pt x="4040028" y="1571539"/>
                  </a:lnTo>
                  <a:lnTo>
                    <a:pt x="4006679" y="1604888"/>
                  </a:lnTo>
                  <a:lnTo>
                    <a:pt x="3966671" y="1630295"/>
                  </a:lnTo>
                  <a:lnTo>
                    <a:pt x="3921284" y="1646480"/>
                  </a:lnTo>
                  <a:lnTo>
                    <a:pt x="3871801" y="1652160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280518" y="1937118"/>
              <a:ext cx="4090670" cy="1655445"/>
            </a:xfrm>
            <a:custGeom>
              <a:avLst/>
              <a:gdLst/>
              <a:ahLst/>
              <a:cxnLst/>
              <a:rect l="l" t="t" r="r" b="b"/>
              <a:pathLst>
                <a:path w="4090669" h="1655445">
                  <a:moveTo>
                    <a:pt x="3874674" y="1655033"/>
                  </a:moveTo>
                  <a:lnTo>
                    <a:pt x="215499" y="1655033"/>
                  </a:lnTo>
                  <a:lnTo>
                    <a:pt x="166016" y="1649353"/>
                  </a:lnTo>
                  <a:lnTo>
                    <a:pt x="120629" y="1633169"/>
                  </a:lnTo>
                  <a:lnTo>
                    <a:pt x="80620" y="1607761"/>
                  </a:lnTo>
                  <a:lnTo>
                    <a:pt x="47271" y="1574412"/>
                  </a:lnTo>
                  <a:lnTo>
                    <a:pt x="21864" y="1534404"/>
                  </a:lnTo>
                  <a:lnTo>
                    <a:pt x="5679" y="1489017"/>
                  </a:lnTo>
                  <a:lnTo>
                    <a:pt x="0" y="1439534"/>
                  </a:lnTo>
                  <a:lnTo>
                    <a:pt x="0" y="215499"/>
                  </a:lnTo>
                  <a:lnTo>
                    <a:pt x="5679" y="166016"/>
                  </a:lnTo>
                  <a:lnTo>
                    <a:pt x="21864" y="120629"/>
                  </a:lnTo>
                  <a:lnTo>
                    <a:pt x="47271" y="80620"/>
                  </a:lnTo>
                  <a:lnTo>
                    <a:pt x="80620" y="47271"/>
                  </a:lnTo>
                  <a:lnTo>
                    <a:pt x="120629" y="21864"/>
                  </a:lnTo>
                  <a:lnTo>
                    <a:pt x="166016" y="5679"/>
                  </a:lnTo>
                  <a:lnTo>
                    <a:pt x="215499" y="0"/>
                  </a:lnTo>
                  <a:lnTo>
                    <a:pt x="3874674" y="0"/>
                  </a:lnTo>
                  <a:lnTo>
                    <a:pt x="3924158" y="5679"/>
                  </a:lnTo>
                  <a:lnTo>
                    <a:pt x="3969544" y="21864"/>
                  </a:lnTo>
                  <a:lnTo>
                    <a:pt x="4009553" y="47271"/>
                  </a:lnTo>
                  <a:lnTo>
                    <a:pt x="4042902" y="80620"/>
                  </a:lnTo>
                  <a:lnTo>
                    <a:pt x="4068310" y="120629"/>
                  </a:lnTo>
                  <a:lnTo>
                    <a:pt x="4084494" y="166016"/>
                  </a:lnTo>
                  <a:lnTo>
                    <a:pt x="4090174" y="215499"/>
                  </a:lnTo>
                  <a:lnTo>
                    <a:pt x="4090174" y="1439534"/>
                  </a:lnTo>
                  <a:lnTo>
                    <a:pt x="4084419" y="1489017"/>
                  </a:lnTo>
                  <a:lnTo>
                    <a:pt x="4068058" y="1534404"/>
                  </a:lnTo>
                  <a:lnTo>
                    <a:pt x="4042450" y="1574412"/>
                  </a:lnTo>
                  <a:lnTo>
                    <a:pt x="4008950" y="1607761"/>
                  </a:lnTo>
                  <a:lnTo>
                    <a:pt x="3968916" y="1633169"/>
                  </a:lnTo>
                  <a:lnTo>
                    <a:pt x="3923705" y="1649353"/>
                  </a:lnTo>
                  <a:lnTo>
                    <a:pt x="3874674" y="16550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266152" y="1922752"/>
              <a:ext cx="4119245" cy="1684020"/>
            </a:xfrm>
            <a:custGeom>
              <a:avLst/>
              <a:gdLst/>
              <a:ahLst/>
              <a:cxnLst/>
              <a:rect l="l" t="t" r="r" b="b"/>
              <a:pathLst>
                <a:path w="4119244" h="1684020">
                  <a:moveTo>
                    <a:pt x="3889041" y="1683766"/>
                  </a:moveTo>
                  <a:lnTo>
                    <a:pt x="229865" y="1683766"/>
                  </a:lnTo>
                  <a:lnTo>
                    <a:pt x="183690" y="1679075"/>
                  </a:lnTo>
                  <a:lnTo>
                    <a:pt x="140613" y="1665628"/>
                  </a:lnTo>
                  <a:lnTo>
                    <a:pt x="101576" y="1644370"/>
                  </a:lnTo>
                  <a:lnTo>
                    <a:pt x="67523" y="1616243"/>
                  </a:lnTo>
                  <a:lnTo>
                    <a:pt x="39395" y="1582190"/>
                  </a:lnTo>
                  <a:lnTo>
                    <a:pt x="18137" y="1543153"/>
                  </a:lnTo>
                  <a:lnTo>
                    <a:pt x="4691" y="1500076"/>
                  </a:lnTo>
                  <a:lnTo>
                    <a:pt x="0" y="1453900"/>
                  </a:lnTo>
                  <a:lnTo>
                    <a:pt x="0" y="229865"/>
                  </a:lnTo>
                  <a:lnTo>
                    <a:pt x="4671" y="183892"/>
                  </a:lnTo>
                  <a:lnTo>
                    <a:pt x="18137" y="140613"/>
                  </a:lnTo>
                  <a:lnTo>
                    <a:pt x="39395" y="101576"/>
                  </a:lnTo>
                  <a:lnTo>
                    <a:pt x="67523" y="67523"/>
                  </a:lnTo>
                  <a:lnTo>
                    <a:pt x="101576" y="39395"/>
                  </a:lnTo>
                  <a:lnTo>
                    <a:pt x="140613" y="18137"/>
                  </a:lnTo>
                  <a:lnTo>
                    <a:pt x="183690" y="4691"/>
                  </a:lnTo>
                  <a:lnTo>
                    <a:pt x="229865" y="0"/>
                  </a:lnTo>
                  <a:lnTo>
                    <a:pt x="3889041" y="0"/>
                  </a:lnTo>
                  <a:lnTo>
                    <a:pt x="3935216" y="4691"/>
                  </a:lnTo>
                  <a:lnTo>
                    <a:pt x="3978293" y="18137"/>
                  </a:lnTo>
                  <a:lnTo>
                    <a:pt x="3997750" y="28733"/>
                  </a:lnTo>
                  <a:lnTo>
                    <a:pt x="229865" y="28733"/>
                  </a:lnTo>
                  <a:lnTo>
                    <a:pt x="183892" y="34069"/>
                  </a:lnTo>
                  <a:lnTo>
                    <a:pt x="141613" y="49256"/>
                  </a:lnTo>
                  <a:lnTo>
                    <a:pt x="104260" y="73064"/>
                  </a:lnTo>
                  <a:lnTo>
                    <a:pt x="73064" y="104260"/>
                  </a:lnTo>
                  <a:lnTo>
                    <a:pt x="49256" y="141613"/>
                  </a:lnTo>
                  <a:lnTo>
                    <a:pt x="34141" y="183690"/>
                  </a:lnTo>
                  <a:lnTo>
                    <a:pt x="28733" y="229865"/>
                  </a:lnTo>
                  <a:lnTo>
                    <a:pt x="28733" y="1453900"/>
                  </a:lnTo>
                  <a:lnTo>
                    <a:pt x="34069" y="1499874"/>
                  </a:lnTo>
                  <a:lnTo>
                    <a:pt x="49256" y="1542152"/>
                  </a:lnTo>
                  <a:lnTo>
                    <a:pt x="73064" y="1579506"/>
                  </a:lnTo>
                  <a:lnTo>
                    <a:pt x="104260" y="1610702"/>
                  </a:lnTo>
                  <a:lnTo>
                    <a:pt x="141613" y="1634509"/>
                  </a:lnTo>
                  <a:lnTo>
                    <a:pt x="183892" y="1649697"/>
                  </a:lnTo>
                  <a:lnTo>
                    <a:pt x="229865" y="1655033"/>
                  </a:lnTo>
                  <a:lnTo>
                    <a:pt x="3997750" y="1655033"/>
                  </a:lnTo>
                  <a:lnTo>
                    <a:pt x="3978293" y="1665628"/>
                  </a:lnTo>
                  <a:lnTo>
                    <a:pt x="3935216" y="1679075"/>
                  </a:lnTo>
                  <a:lnTo>
                    <a:pt x="3889041" y="1683766"/>
                  </a:lnTo>
                  <a:close/>
                </a:path>
                <a:path w="4119244" h="1684020">
                  <a:moveTo>
                    <a:pt x="3997750" y="1655033"/>
                  </a:moveTo>
                  <a:lnTo>
                    <a:pt x="3889041" y="1655033"/>
                  </a:lnTo>
                  <a:lnTo>
                    <a:pt x="3935014" y="1649697"/>
                  </a:lnTo>
                  <a:lnTo>
                    <a:pt x="3977293" y="1634509"/>
                  </a:lnTo>
                  <a:lnTo>
                    <a:pt x="4014646" y="1610702"/>
                  </a:lnTo>
                  <a:lnTo>
                    <a:pt x="4045842" y="1579506"/>
                  </a:lnTo>
                  <a:lnTo>
                    <a:pt x="4069650" y="1542152"/>
                  </a:lnTo>
                  <a:lnTo>
                    <a:pt x="4084765" y="1500076"/>
                  </a:lnTo>
                  <a:lnTo>
                    <a:pt x="4084837" y="1499874"/>
                  </a:lnTo>
                  <a:lnTo>
                    <a:pt x="4090174" y="1453900"/>
                  </a:lnTo>
                  <a:lnTo>
                    <a:pt x="4090174" y="229865"/>
                  </a:lnTo>
                  <a:lnTo>
                    <a:pt x="4084837" y="183892"/>
                  </a:lnTo>
                  <a:lnTo>
                    <a:pt x="4069650" y="141613"/>
                  </a:lnTo>
                  <a:lnTo>
                    <a:pt x="4045842" y="104260"/>
                  </a:lnTo>
                  <a:lnTo>
                    <a:pt x="4014646" y="73064"/>
                  </a:lnTo>
                  <a:lnTo>
                    <a:pt x="3977293" y="49256"/>
                  </a:lnTo>
                  <a:lnTo>
                    <a:pt x="3935014" y="34069"/>
                  </a:lnTo>
                  <a:lnTo>
                    <a:pt x="3889041" y="28733"/>
                  </a:lnTo>
                  <a:lnTo>
                    <a:pt x="3997750" y="28733"/>
                  </a:lnTo>
                  <a:lnTo>
                    <a:pt x="4051384" y="67523"/>
                  </a:lnTo>
                  <a:lnTo>
                    <a:pt x="4079511" y="101576"/>
                  </a:lnTo>
                  <a:lnTo>
                    <a:pt x="4100769" y="140613"/>
                  </a:lnTo>
                  <a:lnTo>
                    <a:pt x="4114215" y="183690"/>
                  </a:lnTo>
                  <a:lnTo>
                    <a:pt x="4118907" y="229865"/>
                  </a:lnTo>
                  <a:lnTo>
                    <a:pt x="4118907" y="1453900"/>
                  </a:lnTo>
                  <a:lnTo>
                    <a:pt x="4114236" y="1499874"/>
                  </a:lnTo>
                  <a:lnTo>
                    <a:pt x="4100769" y="1543153"/>
                  </a:lnTo>
                  <a:lnTo>
                    <a:pt x="4079511" y="1582190"/>
                  </a:lnTo>
                  <a:lnTo>
                    <a:pt x="4051384" y="1616243"/>
                  </a:lnTo>
                  <a:lnTo>
                    <a:pt x="4017330" y="1644370"/>
                  </a:lnTo>
                  <a:lnTo>
                    <a:pt x="3997750" y="1655033"/>
                  </a:lnTo>
                  <a:close/>
                </a:path>
              </a:pathLst>
            </a:custGeom>
            <a:solidFill>
              <a:srgbClr val="336F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791979" y="1922752"/>
            <a:ext cx="4278630" cy="1843405"/>
            <a:chOff x="4791979" y="1922752"/>
            <a:chExt cx="4278630" cy="1843405"/>
          </a:xfrm>
        </p:grpSpPr>
        <p:sp>
          <p:nvSpPr>
            <p:cNvPr id="21" name="object 21"/>
            <p:cNvSpPr/>
            <p:nvPr/>
          </p:nvSpPr>
          <p:spPr>
            <a:xfrm>
              <a:off x="4983055" y="2113827"/>
              <a:ext cx="4087495" cy="1652270"/>
            </a:xfrm>
            <a:custGeom>
              <a:avLst/>
              <a:gdLst/>
              <a:ahLst/>
              <a:cxnLst/>
              <a:rect l="l" t="t" r="r" b="b"/>
              <a:pathLst>
                <a:path w="4087495" h="1652270">
                  <a:moveTo>
                    <a:pt x="3871801" y="1652160"/>
                  </a:moveTo>
                  <a:lnTo>
                    <a:pt x="212625" y="1652160"/>
                  </a:lnTo>
                  <a:lnTo>
                    <a:pt x="161258" y="1646047"/>
                  </a:lnTo>
                  <a:lnTo>
                    <a:pt x="114400" y="1628641"/>
                  </a:lnTo>
                  <a:lnTo>
                    <a:pt x="73449" y="1601338"/>
                  </a:lnTo>
                  <a:lnTo>
                    <a:pt x="39800" y="1565534"/>
                  </a:lnTo>
                  <a:lnTo>
                    <a:pt x="14852" y="1522627"/>
                  </a:lnTo>
                  <a:lnTo>
                    <a:pt x="0" y="1474014"/>
                  </a:lnTo>
                  <a:lnTo>
                    <a:pt x="18856" y="1475989"/>
                  </a:lnTo>
                  <a:lnTo>
                    <a:pt x="28486" y="1476640"/>
                  </a:lnTo>
                  <a:lnTo>
                    <a:pt x="38789" y="1476887"/>
                  </a:lnTo>
                  <a:lnTo>
                    <a:pt x="3696528" y="1476887"/>
                  </a:lnTo>
                  <a:lnTo>
                    <a:pt x="3746012" y="1471207"/>
                  </a:lnTo>
                  <a:lnTo>
                    <a:pt x="3791398" y="1455023"/>
                  </a:lnTo>
                  <a:lnTo>
                    <a:pt x="3831407" y="1429615"/>
                  </a:lnTo>
                  <a:lnTo>
                    <a:pt x="3864756" y="1396266"/>
                  </a:lnTo>
                  <a:lnTo>
                    <a:pt x="3890164" y="1356258"/>
                  </a:lnTo>
                  <a:lnTo>
                    <a:pt x="3906348" y="1310871"/>
                  </a:lnTo>
                  <a:lnTo>
                    <a:pt x="3912028" y="1261388"/>
                  </a:lnTo>
                  <a:lnTo>
                    <a:pt x="3912028" y="38789"/>
                  </a:lnTo>
                  <a:lnTo>
                    <a:pt x="3911781" y="29092"/>
                  </a:lnTo>
                  <a:lnTo>
                    <a:pt x="3910209" y="9697"/>
                  </a:lnTo>
                  <a:lnTo>
                    <a:pt x="3909154" y="0"/>
                  </a:lnTo>
                  <a:lnTo>
                    <a:pt x="3957269" y="14852"/>
                  </a:lnTo>
                  <a:lnTo>
                    <a:pt x="4000036" y="39800"/>
                  </a:lnTo>
                  <a:lnTo>
                    <a:pt x="4035939" y="73449"/>
                  </a:lnTo>
                  <a:lnTo>
                    <a:pt x="4063462" y="114400"/>
                  </a:lnTo>
                  <a:lnTo>
                    <a:pt x="4081088" y="161258"/>
                  </a:lnTo>
                  <a:lnTo>
                    <a:pt x="4087300" y="212625"/>
                  </a:lnTo>
                  <a:lnTo>
                    <a:pt x="4087300" y="1436660"/>
                  </a:lnTo>
                  <a:lnTo>
                    <a:pt x="4081620" y="1486144"/>
                  </a:lnTo>
                  <a:lnTo>
                    <a:pt x="4065436" y="1531530"/>
                  </a:lnTo>
                  <a:lnTo>
                    <a:pt x="4040028" y="1571539"/>
                  </a:lnTo>
                  <a:lnTo>
                    <a:pt x="4006679" y="1604888"/>
                  </a:lnTo>
                  <a:lnTo>
                    <a:pt x="3966671" y="1630295"/>
                  </a:lnTo>
                  <a:lnTo>
                    <a:pt x="3921284" y="1646480"/>
                  </a:lnTo>
                  <a:lnTo>
                    <a:pt x="3871801" y="1652160"/>
                  </a:lnTo>
                  <a:close/>
                </a:path>
              </a:pathLst>
            </a:custGeom>
            <a:solidFill>
              <a:srgbClr val="4A8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06346" y="1937118"/>
              <a:ext cx="4090670" cy="1655445"/>
            </a:xfrm>
            <a:custGeom>
              <a:avLst/>
              <a:gdLst/>
              <a:ahLst/>
              <a:cxnLst/>
              <a:rect l="l" t="t" r="r" b="b"/>
              <a:pathLst>
                <a:path w="4090670" h="1655445">
                  <a:moveTo>
                    <a:pt x="3874674" y="1655033"/>
                  </a:moveTo>
                  <a:lnTo>
                    <a:pt x="215499" y="1655033"/>
                  </a:lnTo>
                  <a:lnTo>
                    <a:pt x="166016" y="1649353"/>
                  </a:lnTo>
                  <a:lnTo>
                    <a:pt x="120629" y="1633169"/>
                  </a:lnTo>
                  <a:lnTo>
                    <a:pt x="80620" y="1607761"/>
                  </a:lnTo>
                  <a:lnTo>
                    <a:pt x="47271" y="1574412"/>
                  </a:lnTo>
                  <a:lnTo>
                    <a:pt x="21864" y="1534404"/>
                  </a:lnTo>
                  <a:lnTo>
                    <a:pt x="5679" y="1489017"/>
                  </a:lnTo>
                  <a:lnTo>
                    <a:pt x="0" y="1439534"/>
                  </a:lnTo>
                  <a:lnTo>
                    <a:pt x="0" y="215499"/>
                  </a:lnTo>
                  <a:lnTo>
                    <a:pt x="5679" y="166016"/>
                  </a:lnTo>
                  <a:lnTo>
                    <a:pt x="21864" y="120629"/>
                  </a:lnTo>
                  <a:lnTo>
                    <a:pt x="47271" y="80620"/>
                  </a:lnTo>
                  <a:lnTo>
                    <a:pt x="80620" y="47271"/>
                  </a:lnTo>
                  <a:lnTo>
                    <a:pt x="120629" y="21864"/>
                  </a:lnTo>
                  <a:lnTo>
                    <a:pt x="166016" y="5679"/>
                  </a:lnTo>
                  <a:lnTo>
                    <a:pt x="215499" y="0"/>
                  </a:lnTo>
                  <a:lnTo>
                    <a:pt x="3874674" y="0"/>
                  </a:lnTo>
                  <a:lnTo>
                    <a:pt x="3924158" y="5679"/>
                  </a:lnTo>
                  <a:lnTo>
                    <a:pt x="3969544" y="21864"/>
                  </a:lnTo>
                  <a:lnTo>
                    <a:pt x="4009553" y="47271"/>
                  </a:lnTo>
                  <a:lnTo>
                    <a:pt x="4042902" y="80620"/>
                  </a:lnTo>
                  <a:lnTo>
                    <a:pt x="4068310" y="120629"/>
                  </a:lnTo>
                  <a:lnTo>
                    <a:pt x="4084494" y="166016"/>
                  </a:lnTo>
                  <a:lnTo>
                    <a:pt x="4090174" y="215499"/>
                  </a:lnTo>
                  <a:lnTo>
                    <a:pt x="4090174" y="1439534"/>
                  </a:lnTo>
                  <a:lnTo>
                    <a:pt x="4084419" y="1489017"/>
                  </a:lnTo>
                  <a:lnTo>
                    <a:pt x="4068058" y="1534404"/>
                  </a:lnTo>
                  <a:lnTo>
                    <a:pt x="4042450" y="1574412"/>
                  </a:lnTo>
                  <a:lnTo>
                    <a:pt x="4008950" y="1607761"/>
                  </a:lnTo>
                  <a:lnTo>
                    <a:pt x="3968916" y="1633169"/>
                  </a:lnTo>
                  <a:lnTo>
                    <a:pt x="3923705" y="1649353"/>
                  </a:lnTo>
                  <a:lnTo>
                    <a:pt x="3874674" y="16550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791979" y="1922752"/>
              <a:ext cx="4119245" cy="1684020"/>
            </a:xfrm>
            <a:custGeom>
              <a:avLst/>
              <a:gdLst/>
              <a:ahLst/>
              <a:cxnLst/>
              <a:rect l="l" t="t" r="r" b="b"/>
              <a:pathLst>
                <a:path w="4119245" h="1684020">
                  <a:moveTo>
                    <a:pt x="3889041" y="1683766"/>
                  </a:moveTo>
                  <a:lnTo>
                    <a:pt x="229865" y="1683766"/>
                  </a:lnTo>
                  <a:lnTo>
                    <a:pt x="183690" y="1679075"/>
                  </a:lnTo>
                  <a:lnTo>
                    <a:pt x="140613" y="1665628"/>
                  </a:lnTo>
                  <a:lnTo>
                    <a:pt x="101576" y="1644370"/>
                  </a:lnTo>
                  <a:lnTo>
                    <a:pt x="67523" y="1616243"/>
                  </a:lnTo>
                  <a:lnTo>
                    <a:pt x="39395" y="1582190"/>
                  </a:lnTo>
                  <a:lnTo>
                    <a:pt x="18137" y="1543153"/>
                  </a:lnTo>
                  <a:lnTo>
                    <a:pt x="4691" y="1500076"/>
                  </a:lnTo>
                  <a:lnTo>
                    <a:pt x="0" y="1453900"/>
                  </a:lnTo>
                  <a:lnTo>
                    <a:pt x="0" y="229865"/>
                  </a:lnTo>
                  <a:lnTo>
                    <a:pt x="4671" y="183892"/>
                  </a:lnTo>
                  <a:lnTo>
                    <a:pt x="18137" y="140613"/>
                  </a:lnTo>
                  <a:lnTo>
                    <a:pt x="39395" y="101576"/>
                  </a:lnTo>
                  <a:lnTo>
                    <a:pt x="67523" y="67523"/>
                  </a:lnTo>
                  <a:lnTo>
                    <a:pt x="101576" y="39395"/>
                  </a:lnTo>
                  <a:lnTo>
                    <a:pt x="140613" y="18137"/>
                  </a:lnTo>
                  <a:lnTo>
                    <a:pt x="183690" y="4691"/>
                  </a:lnTo>
                  <a:lnTo>
                    <a:pt x="229865" y="0"/>
                  </a:lnTo>
                  <a:lnTo>
                    <a:pt x="3889041" y="0"/>
                  </a:lnTo>
                  <a:lnTo>
                    <a:pt x="3935216" y="4691"/>
                  </a:lnTo>
                  <a:lnTo>
                    <a:pt x="3978293" y="18137"/>
                  </a:lnTo>
                  <a:lnTo>
                    <a:pt x="3997750" y="28733"/>
                  </a:lnTo>
                  <a:lnTo>
                    <a:pt x="229865" y="28733"/>
                  </a:lnTo>
                  <a:lnTo>
                    <a:pt x="183892" y="34069"/>
                  </a:lnTo>
                  <a:lnTo>
                    <a:pt x="141613" y="49256"/>
                  </a:lnTo>
                  <a:lnTo>
                    <a:pt x="104260" y="73064"/>
                  </a:lnTo>
                  <a:lnTo>
                    <a:pt x="73064" y="104260"/>
                  </a:lnTo>
                  <a:lnTo>
                    <a:pt x="49256" y="141613"/>
                  </a:lnTo>
                  <a:lnTo>
                    <a:pt x="34141" y="183690"/>
                  </a:lnTo>
                  <a:lnTo>
                    <a:pt x="28733" y="229865"/>
                  </a:lnTo>
                  <a:lnTo>
                    <a:pt x="28733" y="1453900"/>
                  </a:lnTo>
                  <a:lnTo>
                    <a:pt x="34069" y="1499874"/>
                  </a:lnTo>
                  <a:lnTo>
                    <a:pt x="49256" y="1542152"/>
                  </a:lnTo>
                  <a:lnTo>
                    <a:pt x="73064" y="1579506"/>
                  </a:lnTo>
                  <a:lnTo>
                    <a:pt x="104260" y="1610702"/>
                  </a:lnTo>
                  <a:lnTo>
                    <a:pt x="141613" y="1634509"/>
                  </a:lnTo>
                  <a:lnTo>
                    <a:pt x="183892" y="1649697"/>
                  </a:lnTo>
                  <a:lnTo>
                    <a:pt x="229865" y="1655033"/>
                  </a:lnTo>
                  <a:lnTo>
                    <a:pt x="3997750" y="1655033"/>
                  </a:lnTo>
                  <a:lnTo>
                    <a:pt x="3978293" y="1665628"/>
                  </a:lnTo>
                  <a:lnTo>
                    <a:pt x="3935216" y="1679075"/>
                  </a:lnTo>
                  <a:lnTo>
                    <a:pt x="3889041" y="1683766"/>
                  </a:lnTo>
                  <a:close/>
                </a:path>
                <a:path w="4119245" h="1684020">
                  <a:moveTo>
                    <a:pt x="3997750" y="1655033"/>
                  </a:moveTo>
                  <a:lnTo>
                    <a:pt x="3889041" y="1655033"/>
                  </a:lnTo>
                  <a:lnTo>
                    <a:pt x="3935014" y="1649697"/>
                  </a:lnTo>
                  <a:lnTo>
                    <a:pt x="3977293" y="1634509"/>
                  </a:lnTo>
                  <a:lnTo>
                    <a:pt x="4014646" y="1610702"/>
                  </a:lnTo>
                  <a:lnTo>
                    <a:pt x="4045842" y="1579506"/>
                  </a:lnTo>
                  <a:lnTo>
                    <a:pt x="4069650" y="1542152"/>
                  </a:lnTo>
                  <a:lnTo>
                    <a:pt x="4084765" y="1500076"/>
                  </a:lnTo>
                  <a:lnTo>
                    <a:pt x="4084837" y="1499874"/>
                  </a:lnTo>
                  <a:lnTo>
                    <a:pt x="4090174" y="1453900"/>
                  </a:lnTo>
                  <a:lnTo>
                    <a:pt x="4090174" y="229865"/>
                  </a:lnTo>
                  <a:lnTo>
                    <a:pt x="4084837" y="183892"/>
                  </a:lnTo>
                  <a:lnTo>
                    <a:pt x="4069650" y="141613"/>
                  </a:lnTo>
                  <a:lnTo>
                    <a:pt x="4045842" y="104260"/>
                  </a:lnTo>
                  <a:lnTo>
                    <a:pt x="4014646" y="73064"/>
                  </a:lnTo>
                  <a:lnTo>
                    <a:pt x="3977293" y="49256"/>
                  </a:lnTo>
                  <a:lnTo>
                    <a:pt x="3935014" y="34069"/>
                  </a:lnTo>
                  <a:lnTo>
                    <a:pt x="3889041" y="28733"/>
                  </a:lnTo>
                  <a:lnTo>
                    <a:pt x="3997750" y="28733"/>
                  </a:lnTo>
                  <a:lnTo>
                    <a:pt x="4051384" y="67523"/>
                  </a:lnTo>
                  <a:lnTo>
                    <a:pt x="4079511" y="101576"/>
                  </a:lnTo>
                  <a:lnTo>
                    <a:pt x="4100769" y="140613"/>
                  </a:lnTo>
                  <a:lnTo>
                    <a:pt x="4114215" y="183690"/>
                  </a:lnTo>
                  <a:lnTo>
                    <a:pt x="4118907" y="229865"/>
                  </a:lnTo>
                  <a:lnTo>
                    <a:pt x="4118907" y="1453900"/>
                  </a:lnTo>
                  <a:lnTo>
                    <a:pt x="4114236" y="1499874"/>
                  </a:lnTo>
                  <a:lnTo>
                    <a:pt x="4100769" y="1543153"/>
                  </a:lnTo>
                  <a:lnTo>
                    <a:pt x="4079511" y="1582190"/>
                  </a:lnTo>
                  <a:lnTo>
                    <a:pt x="4051384" y="1616243"/>
                  </a:lnTo>
                  <a:lnTo>
                    <a:pt x="4017330" y="1644370"/>
                  </a:lnTo>
                  <a:lnTo>
                    <a:pt x="3997750" y="1655033"/>
                  </a:lnTo>
                  <a:close/>
                </a:path>
              </a:pathLst>
            </a:custGeom>
            <a:solidFill>
              <a:srgbClr val="336F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8517783" y="3941131"/>
            <a:ext cx="9458325" cy="5400675"/>
            <a:chOff x="8517783" y="3941131"/>
            <a:chExt cx="9458325" cy="5400675"/>
          </a:xfrm>
        </p:grpSpPr>
        <p:sp>
          <p:nvSpPr>
            <p:cNvPr id="25" name="object 25"/>
            <p:cNvSpPr/>
            <p:nvPr/>
          </p:nvSpPr>
          <p:spPr>
            <a:xfrm>
              <a:off x="11655122" y="5431577"/>
              <a:ext cx="6320790" cy="1085215"/>
            </a:xfrm>
            <a:custGeom>
              <a:avLst/>
              <a:gdLst/>
              <a:ahLst/>
              <a:cxnLst/>
              <a:rect l="l" t="t" r="r" b="b"/>
              <a:pathLst>
                <a:path w="6320790" h="1085215">
                  <a:moveTo>
                    <a:pt x="5725457" y="1084956"/>
                  </a:moveTo>
                  <a:lnTo>
                    <a:pt x="542643" y="1084956"/>
                  </a:lnTo>
                  <a:lnTo>
                    <a:pt x="495820" y="1082965"/>
                  </a:lnTo>
                  <a:lnTo>
                    <a:pt x="450104" y="1077100"/>
                  </a:lnTo>
                  <a:lnTo>
                    <a:pt x="405657" y="1067524"/>
                  </a:lnTo>
                  <a:lnTo>
                    <a:pt x="362642" y="1054400"/>
                  </a:lnTo>
                  <a:lnTo>
                    <a:pt x="321221" y="1037890"/>
                  </a:lnTo>
                  <a:lnTo>
                    <a:pt x="281559" y="1018157"/>
                  </a:lnTo>
                  <a:lnTo>
                    <a:pt x="243817" y="995365"/>
                  </a:lnTo>
                  <a:lnTo>
                    <a:pt x="208158" y="969677"/>
                  </a:lnTo>
                  <a:lnTo>
                    <a:pt x="174746" y="941254"/>
                  </a:lnTo>
                  <a:lnTo>
                    <a:pt x="143743" y="910260"/>
                  </a:lnTo>
                  <a:lnTo>
                    <a:pt x="115312" y="876857"/>
                  </a:lnTo>
                  <a:lnTo>
                    <a:pt x="89615" y="841209"/>
                  </a:lnTo>
                  <a:lnTo>
                    <a:pt x="66817" y="803479"/>
                  </a:lnTo>
                  <a:lnTo>
                    <a:pt x="47079" y="763828"/>
                  </a:lnTo>
                  <a:lnTo>
                    <a:pt x="30565" y="722421"/>
                  </a:lnTo>
                  <a:lnTo>
                    <a:pt x="17437" y="679419"/>
                  </a:lnTo>
                  <a:lnTo>
                    <a:pt x="7858" y="634986"/>
                  </a:lnTo>
                  <a:lnTo>
                    <a:pt x="1991" y="589285"/>
                  </a:lnTo>
                  <a:lnTo>
                    <a:pt x="0" y="542478"/>
                  </a:lnTo>
                  <a:lnTo>
                    <a:pt x="1991" y="495671"/>
                  </a:lnTo>
                  <a:lnTo>
                    <a:pt x="7858" y="449970"/>
                  </a:lnTo>
                  <a:lnTo>
                    <a:pt x="17437" y="405537"/>
                  </a:lnTo>
                  <a:lnTo>
                    <a:pt x="30565" y="362535"/>
                  </a:lnTo>
                  <a:lnTo>
                    <a:pt x="47079" y="321128"/>
                  </a:lnTo>
                  <a:lnTo>
                    <a:pt x="66817" y="281477"/>
                  </a:lnTo>
                  <a:lnTo>
                    <a:pt x="89615" y="243747"/>
                  </a:lnTo>
                  <a:lnTo>
                    <a:pt x="115312" y="208099"/>
                  </a:lnTo>
                  <a:lnTo>
                    <a:pt x="143743" y="174696"/>
                  </a:lnTo>
                  <a:lnTo>
                    <a:pt x="174746" y="143702"/>
                  </a:lnTo>
                  <a:lnTo>
                    <a:pt x="208158" y="115279"/>
                  </a:lnTo>
                  <a:lnTo>
                    <a:pt x="243817" y="89591"/>
                  </a:lnTo>
                  <a:lnTo>
                    <a:pt x="281559" y="66799"/>
                  </a:lnTo>
                  <a:lnTo>
                    <a:pt x="321221" y="47066"/>
                  </a:lnTo>
                  <a:lnTo>
                    <a:pt x="362642" y="30556"/>
                  </a:lnTo>
                  <a:lnTo>
                    <a:pt x="405657" y="17432"/>
                  </a:lnTo>
                  <a:lnTo>
                    <a:pt x="450104" y="7856"/>
                  </a:lnTo>
                  <a:lnTo>
                    <a:pt x="495820" y="1991"/>
                  </a:lnTo>
                  <a:lnTo>
                    <a:pt x="542643" y="0"/>
                  </a:lnTo>
                  <a:lnTo>
                    <a:pt x="4753956" y="0"/>
                  </a:lnTo>
                  <a:lnTo>
                    <a:pt x="5725457" y="0"/>
                  </a:lnTo>
                  <a:lnTo>
                    <a:pt x="6320718" y="542478"/>
                  </a:lnTo>
                  <a:lnTo>
                    <a:pt x="5725457" y="1084956"/>
                  </a:lnTo>
                  <a:close/>
                </a:path>
              </a:pathLst>
            </a:custGeom>
            <a:solidFill>
              <a:srgbClr val="2B7B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655122" y="6777362"/>
              <a:ext cx="6320790" cy="1085215"/>
            </a:xfrm>
            <a:custGeom>
              <a:avLst/>
              <a:gdLst/>
              <a:ahLst/>
              <a:cxnLst/>
              <a:rect l="l" t="t" r="r" b="b"/>
              <a:pathLst>
                <a:path w="6320790" h="1085215">
                  <a:moveTo>
                    <a:pt x="5725457" y="1084956"/>
                  </a:moveTo>
                  <a:lnTo>
                    <a:pt x="542643" y="1084956"/>
                  </a:lnTo>
                  <a:lnTo>
                    <a:pt x="495820" y="1082965"/>
                  </a:lnTo>
                  <a:lnTo>
                    <a:pt x="450104" y="1077100"/>
                  </a:lnTo>
                  <a:lnTo>
                    <a:pt x="405657" y="1067524"/>
                  </a:lnTo>
                  <a:lnTo>
                    <a:pt x="362642" y="1054400"/>
                  </a:lnTo>
                  <a:lnTo>
                    <a:pt x="321221" y="1037890"/>
                  </a:lnTo>
                  <a:lnTo>
                    <a:pt x="281559" y="1018157"/>
                  </a:lnTo>
                  <a:lnTo>
                    <a:pt x="243817" y="995365"/>
                  </a:lnTo>
                  <a:lnTo>
                    <a:pt x="208158" y="969676"/>
                  </a:lnTo>
                  <a:lnTo>
                    <a:pt x="174746" y="941254"/>
                  </a:lnTo>
                  <a:lnTo>
                    <a:pt x="143743" y="910259"/>
                  </a:lnTo>
                  <a:lnTo>
                    <a:pt x="115312" y="876857"/>
                  </a:lnTo>
                  <a:lnTo>
                    <a:pt x="89615" y="841209"/>
                  </a:lnTo>
                  <a:lnTo>
                    <a:pt x="66817" y="803478"/>
                  </a:lnTo>
                  <a:lnTo>
                    <a:pt x="47079" y="763828"/>
                  </a:lnTo>
                  <a:lnTo>
                    <a:pt x="30565" y="722421"/>
                  </a:lnTo>
                  <a:lnTo>
                    <a:pt x="17437" y="679419"/>
                  </a:lnTo>
                  <a:lnTo>
                    <a:pt x="7858" y="634986"/>
                  </a:lnTo>
                  <a:lnTo>
                    <a:pt x="1991" y="589285"/>
                  </a:lnTo>
                  <a:lnTo>
                    <a:pt x="0" y="542478"/>
                  </a:lnTo>
                  <a:lnTo>
                    <a:pt x="1991" y="495671"/>
                  </a:lnTo>
                  <a:lnTo>
                    <a:pt x="7858" y="449970"/>
                  </a:lnTo>
                  <a:lnTo>
                    <a:pt x="17437" y="405537"/>
                  </a:lnTo>
                  <a:lnTo>
                    <a:pt x="30565" y="362535"/>
                  </a:lnTo>
                  <a:lnTo>
                    <a:pt x="47079" y="321128"/>
                  </a:lnTo>
                  <a:lnTo>
                    <a:pt x="66817" y="281477"/>
                  </a:lnTo>
                  <a:lnTo>
                    <a:pt x="89615" y="243747"/>
                  </a:lnTo>
                  <a:lnTo>
                    <a:pt x="115312" y="208099"/>
                  </a:lnTo>
                  <a:lnTo>
                    <a:pt x="143743" y="174697"/>
                  </a:lnTo>
                  <a:lnTo>
                    <a:pt x="174746" y="143702"/>
                  </a:lnTo>
                  <a:lnTo>
                    <a:pt x="208158" y="115280"/>
                  </a:lnTo>
                  <a:lnTo>
                    <a:pt x="243817" y="89591"/>
                  </a:lnTo>
                  <a:lnTo>
                    <a:pt x="281559" y="66799"/>
                  </a:lnTo>
                  <a:lnTo>
                    <a:pt x="321221" y="47066"/>
                  </a:lnTo>
                  <a:lnTo>
                    <a:pt x="362642" y="30556"/>
                  </a:lnTo>
                  <a:lnTo>
                    <a:pt x="405657" y="17432"/>
                  </a:lnTo>
                  <a:lnTo>
                    <a:pt x="450104" y="7856"/>
                  </a:lnTo>
                  <a:lnTo>
                    <a:pt x="495820" y="1991"/>
                  </a:lnTo>
                  <a:lnTo>
                    <a:pt x="542643" y="0"/>
                  </a:lnTo>
                  <a:lnTo>
                    <a:pt x="4753956" y="0"/>
                  </a:lnTo>
                  <a:lnTo>
                    <a:pt x="5725457" y="0"/>
                  </a:lnTo>
                  <a:lnTo>
                    <a:pt x="6320718" y="542478"/>
                  </a:lnTo>
                  <a:lnTo>
                    <a:pt x="5725457" y="1084956"/>
                  </a:lnTo>
                  <a:close/>
                </a:path>
              </a:pathLst>
            </a:custGeom>
            <a:solidFill>
              <a:srgbClr val="03A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655122" y="8125339"/>
              <a:ext cx="6320790" cy="1085215"/>
            </a:xfrm>
            <a:custGeom>
              <a:avLst/>
              <a:gdLst/>
              <a:ahLst/>
              <a:cxnLst/>
              <a:rect l="l" t="t" r="r" b="b"/>
              <a:pathLst>
                <a:path w="6320790" h="1085215">
                  <a:moveTo>
                    <a:pt x="5725457" y="1084956"/>
                  </a:moveTo>
                  <a:lnTo>
                    <a:pt x="542643" y="1084956"/>
                  </a:lnTo>
                  <a:lnTo>
                    <a:pt x="495820" y="1082965"/>
                  </a:lnTo>
                  <a:lnTo>
                    <a:pt x="450104" y="1077100"/>
                  </a:lnTo>
                  <a:lnTo>
                    <a:pt x="405657" y="1067524"/>
                  </a:lnTo>
                  <a:lnTo>
                    <a:pt x="362642" y="1054400"/>
                  </a:lnTo>
                  <a:lnTo>
                    <a:pt x="321221" y="1037890"/>
                  </a:lnTo>
                  <a:lnTo>
                    <a:pt x="281559" y="1018157"/>
                  </a:lnTo>
                  <a:lnTo>
                    <a:pt x="243817" y="995365"/>
                  </a:lnTo>
                  <a:lnTo>
                    <a:pt x="208158" y="969676"/>
                  </a:lnTo>
                  <a:lnTo>
                    <a:pt x="174746" y="941254"/>
                  </a:lnTo>
                  <a:lnTo>
                    <a:pt x="143743" y="910259"/>
                  </a:lnTo>
                  <a:lnTo>
                    <a:pt x="115312" y="876857"/>
                  </a:lnTo>
                  <a:lnTo>
                    <a:pt x="89615" y="841209"/>
                  </a:lnTo>
                  <a:lnTo>
                    <a:pt x="66817" y="803478"/>
                  </a:lnTo>
                  <a:lnTo>
                    <a:pt x="47079" y="763828"/>
                  </a:lnTo>
                  <a:lnTo>
                    <a:pt x="30565" y="722421"/>
                  </a:lnTo>
                  <a:lnTo>
                    <a:pt x="17437" y="679419"/>
                  </a:lnTo>
                  <a:lnTo>
                    <a:pt x="7858" y="634986"/>
                  </a:lnTo>
                  <a:lnTo>
                    <a:pt x="1991" y="589285"/>
                  </a:lnTo>
                  <a:lnTo>
                    <a:pt x="0" y="542478"/>
                  </a:lnTo>
                  <a:lnTo>
                    <a:pt x="1991" y="495671"/>
                  </a:lnTo>
                  <a:lnTo>
                    <a:pt x="7858" y="449970"/>
                  </a:lnTo>
                  <a:lnTo>
                    <a:pt x="17437" y="405537"/>
                  </a:lnTo>
                  <a:lnTo>
                    <a:pt x="30565" y="362535"/>
                  </a:lnTo>
                  <a:lnTo>
                    <a:pt x="47079" y="321128"/>
                  </a:lnTo>
                  <a:lnTo>
                    <a:pt x="66817" y="281477"/>
                  </a:lnTo>
                  <a:lnTo>
                    <a:pt x="89615" y="243747"/>
                  </a:lnTo>
                  <a:lnTo>
                    <a:pt x="115312" y="208099"/>
                  </a:lnTo>
                  <a:lnTo>
                    <a:pt x="143743" y="174697"/>
                  </a:lnTo>
                  <a:lnTo>
                    <a:pt x="174746" y="143702"/>
                  </a:lnTo>
                  <a:lnTo>
                    <a:pt x="208158" y="115280"/>
                  </a:lnTo>
                  <a:lnTo>
                    <a:pt x="243817" y="89591"/>
                  </a:lnTo>
                  <a:lnTo>
                    <a:pt x="281559" y="66799"/>
                  </a:lnTo>
                  <a:lnTo>
                    <a:pt x="321221" y="47066"/>
                  </a:lnTo>
                  <a:lnTo>
                    <a:pt x="362642" y="30556"/>
                  </a:lnTo>
                  <a:lnTo>
                    <a:pt x="405657" y="17432"/>
                  </a:lnTo>
                  <a:lnTo>
                    <a:pt x="450104" y="7856"/>
                  </a:lnTo>
                  <a:lnTo>
                    <a:pt x="495820" y="1991"/>
                  </a:lnTo>
                  <a:lnTo>
                    <a:pt x="542643" y="0"/>
                  </a:lnTo>
                  <a:lnTo>
                    <a:pt x="4753956" y="0"/>
                  </a:lnTo>
                  <a:lnTo>
                    <a:pt x="5725457" y="0"/>
                  </a:lnTo>
                  <a:lnTo>
                    <a:pt x="6320718" y="542478"/>
                  </a:lnTo>
                  <a:lnTo>
                    <a:pt x="5725457" y="1084956"/>
                  </a:lnTo>
                  <a:close/>
                </a:path>
              </a:pathLst>
            </a:custGeom>
            <a:solidFill>
              <a:srgbClr val="4EC6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655122" y="4085792"/>
              <a:ext cx="6320790" cy="1085215"/>
            </a:xfrm>
            <a:custGeom>
              <a:avLst/>
              <a:gdLst/>
              <a:ahLst/>
              <a:cxnLst/>
              <a:rect l="l" t="t" r="r" b="b"/>
              <a:pathLst>
                <a:path w="6320790" h="1085214">
                  <a:moveTo>
                    <a:pt x="5725457" y="1084956"/>
                  </a:moveTo>
                  <a:lnTo>
                    <a:pt x="542643" y="1084956"/>
                  </a:lnTo>
                  <a:lnTo>
                    <a:pt x="495820" y="1082965"/>
                  </a:lnTo>
                  <a:lnTo>
                    <a:pt x="450104" y="1077100"/>
                  </a:lnTo>
                  <a:lnTo>
                    <a:pt x="405657" y="1067524"/>
                  </a:lnTo>
                  <a:lnTo>
                    <a:pt x="362642" y="1054400"/>
                  </a:lnTo>
                  <a:lnTo>
                    <a:pt x="321221" y="1037890"/>
                  </a:lnTo>
                  <a:lnTo>
                    <a:pt x="281559" y="1018158"/>
                  </a:lnTo>
                  <a:lnTo>
                    <a:pt x="243817" y="995366"/>
                  </a:lnTo>
                  <a:lnTo>
                    <a:pt x="208158" y="969677"/>
                  </a:lnTo>
                  <a:lnTo>
                    <a:pt x="174746" y="941254"/>
                  </a:lnTo>
                  <a:lnTo>
                    <a:pt x="143743" y="910260"/>
                  </a:lnTo>
                  <a:lnTo>
                    <a:pt x="115312" y="876858"/>
                  </a:lnTo>
                  <a:lnTo>
                    <a:pt x="89615" y="841210"/>
                  </a:lnTo>
                  <a:lnTo>
                    <a:pt x="66817" y="803480"/>
                  </a:lnTo>
                  <a:lnTo>
                    <a:pt x="47079" y="763829"/>
                  </a:lnTo>
                  <a:lnTo>
                    <a:pt x="30565" y="722422"/>
                  </a:lnTo>
                  <a:lnTo>
                    <a:pt x="17437" y="679420"/>
                  </a:lnTo>
                  <a:lnTo>
                    <a:pt x="7858" y="634987"/>
                  </a:lnTo>
                  <a:lnTo>
                    <a:pt x="1991" y="589285"/>
                  </a:lnTo>
                  <a:lnTo>
                    <a:pt x="0" y="542478"/>
                  </a:lnTo>
                  <a:lnTo>
                    <a:pt x="1991" y="495671"/>
                  </a:lnTo>
                  <a:lnTo>
                    <a:pt x="7858" y="449970"/>
                  </a:lnTo>
                  <a:lnTo>
                    <a:pt x="17437" y="405537"/>
                  </a:lnTo>
                  <a:lnTo>
                    <a:pt x="30565" y="362535"/>
                  </a:lnTo>
                  <a:lnTo>
                    <a:pt x="47079" y="321128"/>
                  </a:lnTo>
                  <a:lnTo>
                    <a:pt x="66817" y="281477"/>
                  </a:lnTo>
                  <a:lnTo>
                    <a:pt x="89615" y="243747"/>
                  </a:lnTo>
                  <a:lnTo>
                    <a:pt x="115312" y="208099"/>
                  </a:lnTo>
                  <a:lnTo>
                    <a:pt x="143743" y="174696"/>
                  </a:lnTo>
                  <a:lnTo>
                    <a:pt x="174746" y="143702"/>
                  </a:lnTo>
                  <a:lnTo>
                    <a:pt x="208158" y="115279"/>
                  </a:lnTo>
                  <a:lnTo>
                    <a:pt x="243817" y="89591"/>
                  </a:lnTo>
                  <a:lnTo>
                    <a:pt x="281559" y="66799"/>
                  </a:lnTo>
                  <a:lnTo>
                    <a:pt x="321221" y="47066"/>
                  </a:lnTo>
                  <a:lnTo>
                    <a:pt x="362642" y="30556"/>
                  </a:lnTo>
                  <a:lnTo>
                    <a:pt x="405657" y="17432"/>
                  </a:lnTo>
                  <a:lnTo>
                    <a:pt x="450104" y="7856"/>
                  </a:lnTo>
                  <a:lnTo>
                    <a:pt x="495820" y="1991"/>
                  </a:lnTo>
                  <a:lnTo>
                    <a:pt x="542643" y="0"/>
                  </a:lnTo>
                  <a:lnTo>
                    <a:pt x="4753956" y="0"/>
                  </a:lnTo>
                  <a:lnTo>
                    <a:pt x="5725457" y="0"/>
                  </a:lnTo>
                  <a:lnTo>
                    <a:pt x="6320718" y="542478"/>
                  </a:lnTo>
                  <a:lnTo>
                    <a:pt x="5725457" y="1084956"/>
                  </a:lnTo>
                  <a:close/>
                </a:path>
              </a:pathLst>
            </a:custGeom>
            <a:solidFill>
              <a:srgbClr val="2A57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517783" y="3941131"/>
              <a:ext cx="1600835" cy="5400675"/>
            </a:xfrm>
            <a:custGeom>
              <a:avLst/>
              <a:gdLst/>
              <a:ahLst/>
              <a:cxnLst/>
              <a:rect l="l" t="t" r="r" b="b"/>
              <a:pathLst>
                <a:path w="1600834" h="5400675">
                  <a:moveTo>
                    <a:pt x="1333708" y="5400674"/>
                  </a:moveTo>
                  <a:lnTo>
                    <a:pt x="266750" y="5400674"/>
                  </a:lnTo>
                  <a:lnTo>
                    <a:pt x="218802" y="5396378"/>
                  </a:lnTo>
                  <a:lnTo>
                    <a:pt x="173673" y="5383991"/>
                  </a:lnTo>
                  <a:lnTo>
                    <a:pt x="132116" y="5364266"/>
                  </a:lnTo>
                  <a:lnTo>
                    <a:pt x="94887" y="5337957"/>
                  </a:lnTo>
                  <a:lnTo>
                    <a:pt x="62736" y="5305816"/>
                  </a:lnTo>
                  <a:lnTo>
                    <a:pt x="36419" y="5268596"/>
                  </a:lnTo>
                  <a:lnTo>
                    <a:pt x="16688" y="5227051"/>
                  </a:lnTo>
                  <a:lnTo>
                    <a:pt x="4297" y="5181932"/>
                  </a:lnTo>
                  <a:lnTo>
                    <a:pt x="0" y="5133994"/>
                  </a:lnTo>
                  <a:lnTo>
                    <a:pt x="0" y="266678"/>
                  </a:lnTo>
                  <a:lnTo>
                    <a:pt x="4297" y="218742"/>
                  </a:lnTo>
                  <a:lnTo>
                    <a:pt x="16688" y="173625"/>
                  </a:lnTo>
                  <a:lnTo>
                    <a:pt x="36419" y="132080"/>
                  </a:lnTo>
                  <a:lnTo>
                    <a:pt x="62736" y="94860"/>
                  </a:lnTo>
                  <a:lnTo>
                    <a:pt x="94887" y="62719"/>
                  </a:lnTo>
                  <a:lnTo>
                    <a:pt x="132116" y="36409"/>
                  </a:lnTo>
                  <a:lnTo>
                    <a:pt x="173673" y="16684"/>
                  </a:lnTo>
                  <a:lnTo>
                    <a:pt x="218802" y="4296"/>
                  </a:lnTo>
                  <a:lnTo>
                    <a:pt x="266750" y="0"/>
                  </a:lnTo>
                  <a:lnTo>
                    <a:pt x="1333708" y="0"/>
                  </a:lnTo>
                  <a:lnTo>
                    <a:pt x="1381659" y="4296"/>
                  </a:lnTo>
                  <a:lnTo>
                    <a:pt x="1426789" y="16684"/>
                  </a:lnTo>
                  <a:lnTo>
                    <a:pt x="1468346" y="36409"/>
                  </a:lnTo>
                  <a:lnTo>
                    <a:pt x="1505576" y="62719"/>
                  </a:lnTo>
                  <a:lnTo>
                    <a:pt x="1537725" y="94860"/>
                  </a:lnTo>
                  <a:lnTo>
                    <a:pt x="1564041" y="132080"/>
                  </a:lnTo>
                  <a:lnTo>
                    <a:pt x="1583771" y="173625"/>
                  </a:lnTo>
                  <a:lnTo>
                    <a:pt x="1596162" y="218742"/>
                  </a:lnTo>
                  <a:lnTo>
                    <a:pt x="1600459" y="266678"/>
                  </a:lnTo>
                  <a:lnTo>
                    <a:pt x="1600459" y="5133994"/>
                  </a:lnTo>
                  <a:lnTo>
                    <a:pt x="1596162" y="5181932"/>
                  </a:lnTo>
                  <a:lnTo>
                    <a:pt x="1583771" y="5227051"/>
                  </a:lnTo>
                  <a:lnTo>
                    <a:pt x="1564041" y="5268596"/>
                  </a:lnTo>
                  <a:lnTo>
                    <a:pt x="1537725" y="5305816"/>
                  </a:lnTo>
                  <a:lnTo>
                    <a:pt x="1505576" y="5337957"/>
                  </a:lnTo>
                  <a:lnTo>
                    <a:pt x="1468346" y="5364266"/>
                  </a:lnTo>
                  <a:lnTo>
                    <a:pt x="1426789" y="5383991"/>
                  </a:lnTo>
                  <a:lnTo>
                    <a:pt x="1381659" y="5396378"/>
                  </a:lnTo>
                  <a:lnTo>
                    <a:pt x="1333708" y="540067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712907" y="4158122"/>
              <a:ext cx="1210310" cy="4966970"/>
            </a:xfrm>
            <a:custGeom>
              <a:avLst/>
              <a:gdLst/>
              <a:ahLst/>
              <a:cxnLst/>
              <a:rect l="l" t="t" r="r" b="b"/>
              <a:pathLst>
                <a:path w="1210309" h="4966970">
                  <a:moveTo>
                    <a:pt x="1081408" y="4966691"/>
                  </a:moveTo>
                  <a:lnTo>
                    <a:pt x="128801" y="4966691"/>
                  </a:lnTo>
                  <a:lnTo>
                    <a:pt x="78666" y="4956573"/>
                  </a:lnTo>
                  <a:lnTo>
                    <a:pt x="37725" y="4928978"/>
                  </a:lnTo>
                  <a:lnTo>
                    <a:pt x="10121" y="4888047"/>
                  </a:lnTo>
                  <a:lnTo>
                    <a:pt x="0" y="4837921"/>
                  </a:lnTo>
                  <a:lnTo>
                    <a:pt x="0" y="128767"/>
                  </a:lnTo>
                  <a:lnTo>
                    <a:pt x="10121" y="78645"/>
                  </a:lnTo>
                  <a:lnTo>
                    <a:pt x="37725" y="37715"/>
                  </a:lnTo>
                  <a:lnTo>
                    <a:pt x="78666" y="10119"/>
                  </a:lnTo>
                  <a:lnTo>
                    <a:pt x="128801" y="0"/>
                  </a:lnTo>
                  <a:lnTo>
                    <a:pt x="1081408" y="0"/>
                  </a:lnTo>
                  <a:lnTo>
                    <a:pt x="1131543" y="10119"/>
                  </a:lnTo>
                  <a:lnTo>
                    <a:pt x="1172485" y="37715"/>
                  </a:lnTo>
                  <a:lnTo>
                    <a:pt x="1200088" y="78645"/>
                  </a:lnTo>
                  <a:lnTo>
                    <a:pt x="1210210" y="128767"/>
                  </a:lnTo>
                  <a:lnTo>
                    <a:pt x="1210210" y="4837921"/>
                  </a:lnTo>
                  <a:lnTo>
                    <a:pt x="1200088" y="4888047"/>
                  </a:lnTo>
                  <a:lnTo>
                    <a:pt x="1172485" y="4928978"/>
                  </a:lnTo>
                  <a:lnTo>
                    <a:pt x="1131543" y="4956573"/>
                  </a:lnTo>
                  <a:lnTo>
                    <a:pt x="1081408" y="49666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923107" y="4193196"/>
              <a:ext cx="2710180" cy="4897120"/>
            </a:xfrm>
            <a:custGeom>
              <a:avLst/>
              <a:gdLst/>
              <a:ahLst/>
              <a:cxnLst/>
              <a:rect l="l" t="t" r="r" b="b"/>
              <a:pathLst>
                <a:path w="2710179" h="4897120">
                  <a:moveTo>
                    <a:pt x="2709824" y="4459287"/>
                  </a:moveTo>
                  <a:lnTo>
                    <a:pt x="2707259" y="4411637"/>
                  </a:lnTo>
                  <a:lnTo>
                    <a:pt x="2699740" y="4365485"/>
                  </a:lnTo>
                  <a:lnTo>
                    <a:pt x="2687523" y="4321073"/>
                  </a:lnTo>
                  <a:lnTo>
                    <a:pt x="2670899" y="4278681"/>
                  </a:lnTo>
                  <a:lnTo>
                    <a:pt x="2650109" y="4238587"/>
                  </a:lnTo>
                  <a:lnTo>
                    <a:pt x="2625433" y="4201033"/>
                  </a:lnTo>
                  <a:lnTo>
                    <a:pt x="2597137" y="4166311"/>
                  </a:lnTo>
                  <a:lnTo>
                    <a:pt x="2565489" y="4134675"/>
                  </a:lnTo>
                  <a:lnTo>
                    <a:pt x="2530754" y="4106380"/>
                  </a:lnTo>
                  <a:lnTo>
                    <a:pt x="2493187" y="4081716"/>
                  </a:lnTo>
                  <a:lnTo>
                    <a:pt x="2453081" y="4060939"/>
                  </a:lnTo>
                  <a:lnTo>
                    <a:pt x="2410688" y="4044302"/>
                  </a:lnTo>
                  <a:lnTo>
                    <a:pt x="2366264" y="4032097"/>
                  </a:lnTo>
                  <a:lnTo>
                    <a:pt x="2320099" y="4024579"/>
                  </a:lnTo>
                  <a:lnTo>
                    <a:pt x="2272436" y="4022013"/>
                  </a:lnTo>
                  <a:lnTo>
                    <a:pt x="2224786" y="4024579"/>
                  </a:lnTo>
                  <a:lnTo>
                    <a:pt x="2178608" y="4032097"/>
                  </a:lnTo>
                  <a:lnTo>
                    <a:pt x="2134197" y="4044302"/>
                  </a:lnTo>
                  <a:lnTo>
                    <a:pt x="2091791" y="4060939"/>
                  </a:lnTo>
                  <a:lnTo>
                    <a:pt x="2051685" y="4081716"/>
                  </a:lnTo>
                  <a:lnTo>
                    <a:pt x="2014118" y="4106380"/>
                  </a:lnTo>
                  <a:lnTo>
                    <a:pt x="1979383" y="4134675"/>
                  </a:lnTo>
                  <a:lnTo>
                    <a:pt x="1947735" y="4166311"/>
                  </a:lnTo>
                  <a:lnTo>
                    <a:pt x="1919439" y="4201033"/>
                  </a:lnTo>
                  <a:lnTo>
                    <a:pt x="1894763" y="4238587"/>
                  </a:lnTo>
                  <a:lnTo>
                    <a:pt x="1873986" y="4278681"/>
                  </a:lnTo>
                  <a:lnTo>
                    <a:pt x="1857349" y="4321073"/>
                  </a:lnTo>
                  <a:lnTo>
                    <a:pt x="1852193" y="4339831"/>
                  </a:lnTo>
                  <a:lnTo>
                    <a:pt x="118389" y="4339831"/>
                  </a:lnTo>
                  <a:lnTo>
                    <a:pt x="72313" y="4349127"/>
                  </a:lnTo>
                  <a:lnTo>
                    <a:pt x="34683" y="4374502"/>
                  </a:lnTo>
                  <a:lnTo>
                    <a:pt x="9309" y="4412119"/>
                  </a:lnTo>
                  <a:lnTo>
                    <a:pt x="0" y="4458182"/>
                  </a:lnTo>
                  <a:lnTo>
                    <a:pt x="9309" y="4504258"/>
                  </a:lnTo>
                  <a:lnTo>
                    <a:pt x="34683" y="4541875"/>
                  </a:lnTo>
                  <a:lnTo>
                    <a:pt x="72313" y="4567250"/>
                  </a:lnTo>
                  <a:lnTo>
                    <a:pt x="118389" y="4576546"/>
                  </a:lnTo>
                  <a:lnTo>
                    <a:pt x="1851583" y="4576546"/>
                  </a:lnTo>
                  <a:lnTo>
                    <a:pt x="1857349" y="4597489"/>
                  </a:lnTo>
                  <a:lnTo>
                    <a:pt x="1873986" y="4639881"/>
                  </a:lnTo>
                  <a:lnTo>
                    <a:pt x="1894763" y="4679988"/>
                  </a:lnTo>
                  <a:lnTo>
                    <a:pt x="1919439" y="4717529"/>
                  </a:lnTo>
                  <a:lnTo>
                    <a:pt x="1947735" y="4752264"/>
                  </a:lnTo>
                  <a:lnTo>
                    <a:pt x="1979383" y="4783899"/>
                  </a:lnTo>
                  <a:lnTo>
                    <a:pt x="2014118" y="4812182"/>
                  </a:lnTo>
                  <a:lnTo>
                    <a:pt x="2051685" y="4836858"/>
                  </a:lnTo>
                  <a:lnTo>
                    <a:pt x="2091791" y="4857635"/>
                  </a:lnTo>
                  <a:lnTo>
                    <a:pt x="2134197" y="4874260"/>
                  </a:lnTo>
                  <a:lnTo>
                    <a:pt x="2178608" y="4886464"/>
                  </a:lnTo>
                  <a:lnTo>
                    <a:pt x="2224786" y="4893983"/>
                  </a:lnTo>
                  <a:lnTo>
                    <a:pt x="2272436" y="4896561"/>
                  </a:lnTo>
                  <a:lnTo>
                    <a:pt x="2320099" y="4893983"/>
                  </a:lnTo>
                  <a:lnTo>
                    <a:pt x="2366264" y="4886464"/>
                  </a:lnTo>
                  <a:lnTo>
                    <a:pt x="2410688" y="4874260"/>
                  </a:lnTo>
                  <a:lnTo>
                    <a:pt x="2453081" y="4857635"/>
                  </a:lnTo>
                  <a:lnTo>
                    <a:pt x="2493187" y="4836858"/>
                  </a:lnTo>
                  <a:lnTo>
                    <a:pt x="2530754" y="4812182"/>
                  </a:lnTo>
                  <a:lnTo>
                    <a:pt x="2565489" y="4783899"/>
                  </a:lnTo>
                  <a:lnTo>
                    <a:pt x="2597137" y="4752264"/>
                  </a:lnTo>
                  <a:lnTo>
                    <a:pt x="2625433" y="4717529"/>
                  </a:lnTo>
                  <a:lnTo>
                    <a:pt x="2650109" y="4679988"/>
                  </a:lnTo>
                  <a:lnTo>
                    <a:pt x="2670899" y="4639881"/>
                  </a:lnTo>
                  <a:lnTo>
                    <a:pt x="2687523" y="4597489"/>
                  </a:lnTo>
                  <a:lnTo>
                    <a:pt x="2699740" y="4553089"/>
                  </a:lnTo>
                  <a:lnTo>
                    <a:pt x="2707259" y="4506925"/>
                  </a:lnTo>
                  <a:lnTo>
                    <a:pt x="2709824" y="4459287"/>
                  </a:lnTo>
                  <a:close/>
                </a:path>
                <a:path w="2710179" h="4897120">
                  <a:moveTo>
                    <a:pt x="2709824" y="3117888"/>
                  </a:moveTo>
                  <a:lnTo>
                    <a:pt x="2707259" y="3070237"/>
                  </a:lnTo>
                  <a:lnTo>
                    <a:pt x="2699740" y="3024073"/>
                  </a:lnTo>
                  <a:lnTo>
                    <a:pt x="2687523" y="2979674"/>
                  </a:lnTo>
                  <a:lnTo>
                    <a:pt x="2670899" y="2937281"/>
                  </a:lnTo>
                  <a:lnTo>
                    <a:pt x="2650109" y="2897187"/>
                  </a:lnTo>
                  <a:lnTo>
                    <a:pt x="2625433" y="2859633"/>
                  </a:lnTo>
                  <a:lnTo>
                    <a:pt x="2597137" y="2824911"/>
                  </a:lnTo>
                  <a:lnTo>
                    <a:pt x="2565489" y="2793263"/>
                  </a:lnTo>
                  <a:lnTo>
                    <a:pt x="2530754" y="2764980"/>
                  </a:lnTo>
                  <a:lnTo>
                    <a:pt x="2493187" y="2740317"/>
                  </a:lnTo>
                  <a:lnTo>
                    <a:pt x="2453081" y="2719527"/>
                  </a:lnTo>
                  <a:lnTo>
                    <a:pt x="2410688" y="2702903"/>
                  </a:lnTo>
                  <a:lnTo>
                    <a:pt x="2366264" y="2690698"/>
                  </a:lnTo>
                  <a:lnTo>
                    <a:pt x="2320099" y="2683179"/>
                  </a:lnTo>
                  <a:lnTo>
                    <a:pt x="2272436" y="2680614"/>
                  </a:lnTo>
                  <a:lnTo>
                    <a:pt x="2224786" y="2683179"/>
                  </a:lnTo>
                  <a:lnTo>
                    <a:pt x="2178608" y="2690698"/>
                  </a:lnTo>
                  <a:lnTo>
                    <a:pt x="2134197" y="2702903"/>
                  </a:lnTo>
                  <a:lnTo>
                    <a:pt x="2091791" y="2719527"/>
                  </a:lnTo>
                  <a:lnTo>
                    <a:pt x="2051685" y="2740317"/>
                  </a:lnTo>
                  <a:lnTo>
                    <a:pt x="2014118" y="2764980"/>
                  </a:lnTo>
                  <a:lnTo>
                    <a:pt x="1979383" y="2793263"/>
                  </a:lnTo>
                  <a:lnTo>
                    <a:pt x="1947735" y="2824911"/>
                  </a:lnTo>
                  <a:lnTo>
                    <a:pt x="1919439" y="2859633"/>
                  </a:lnTo>
                  <a:lnTo>
                    <a:pt x="1894763" y="2897187"/>
                  </a:lnTo>
                  <a:lnTo>
                    <a:pt x="1873986" y="2937281"/>
                  </a:lnTo>
                  <a:lnTo>
                    <a:pt x="1857349" y="2979674"/>
                  </a:lnTo>
                  <a:lnTo>
                    <a:pt x="1852180" y="2998432"/>
                  </a:lnTo>
                  <a:lnTo>
                    <a:pt x="119494" y="2998432"/>
                  </a:lnTo>
                  <a:lnTo>
                    <a:pt x="72986" y="3007817"/>
                  </a:lnTo>
                  <a:lnTo>
                    <a:pt x="35001" y="3033420"/>
                  </a:lnTo>
                  <a:lnTo>
                    <a:pt x="9398" y="3071380"/>
                  </a:lnTo>
                  <a:lnTo>
                    <a:pt x="0" y="3117888"/>
                  </a:lnTo>
                  <a:lnTo>
                    <a:pt x="9398" y="3164382"/>
                  </a:lnTo>
                  <a:lnTo>
                    <a:pt x="35001" y="3202355"/>
                  </a:lnTo>
                  <a:lnTo>
                    <a:pt x="72986" y="3227946"/>
                  </a:lnTo>
                  <a:lnTo>
                    <a:pt x="119494" y="3237344"/>
                  </a:lnTo>
                  <a:lnTo>
                    <a:pt x="1852193" y="3237344"/>
                  </a:lnTo>
                  <a:lnTo>
                    <a:pt x="1857349" y="3256089"/>
                  </a:lnTo>
                  <a:lnTo>
                    <a:pt x="1873986" y="3298482"/>
                  </a:lnTo>
                  <a:lnTo>
                    <a:pt x="1894763" y="3338576"/>
                  </a:lnTo>
                  <a:lnTo>
                    <a:pt x="1919439" y="3376130"/>
                  </a:lnTo>
                  <a:lnTo>
                    <a:pt x="1947735" y="3410851"/>
                  </a:lnTo>
                  <a:lnTo>
                    <a:pt x="1979383" y="3442500"/>
                  </a:lnTo>
                  <a:lnTo>
                    <a:pt x="2014118" y="3470783"/>
                  </a:lnTo>
                  <a:lnTo>
                    <a:pt x="2051685" y="3495459"/>
                  </a:lnTo>
                  <a:lnTo>
                    <a:pt x="2091791" y="3516236"/>
                  </a:lnTo>
                  <a:lnTo>
                    <a:pt x="2134197" y="3532860"/>
                  </a:lnTo>
                  <a:lnTo>
                    <a:pt x="2178608" y="3545065"/>
                  </a:lnTo>
                  <a:lnTo>
                    <a:pt x="2224786" y="3552583"/>
                  </a:lnTo>
                  <a:lnTo>
                    <a:pt x="2272436" y="3555149"/>
                  </a:lnTo>
                  <a:lnTo>
                    <a:pt x="2320099" y="3552583"/>
                  </a:lnTo>
                  <a:lnTo>
                    <a:pt x="2366264" y="3545065"/>
                  </a:lnTo>
                  <a:lnTo>
                    <a:pt x="2410688" y="3532860"/>
                  </a:lnTo>
                  <a:lnTo>
                    <a:pt x="2453081" y="3516236"/>
                  </a:lnTo>
                  <a:lnTo>
                    <a:pt x="2493187" y="3495459"/>
                  </a:lnTo>
                  <a:lnTo>
                    <a:pt x="2530754" y="3470783"/>
                  </a:lnTo>
                  <a:lnTo>
                    <a:pt x="2565489" y="3442500"/>
                  </a:lnTo>
                  <a:lnTo>
                    <a:pt x="2597137" y="3410851"/>
                  </a:lnTo>
                  <a:lnTo>
                    <a:pt x="2625433" y="3376130"/>
                  </a:lnTo>
                  <a:lnTo>
                    <a:pt x="2650109" y="3338576"/>
                  </a:lnTo>
                  <a:lnTo>
                    <a:pt x="2670899" y="3298482"/>
                  </a:lnTo>
                  <a:lnTo>
                    <a:pt x="2687523" y="3256089"/>
                  </a:lnTo>
                  <a:lnTo>
                    <a:pt x="2699740" y="3211690"/>
                  </a:lnTo>
                  <a:lnTo>
                    <a:pt x="2707259" y="3165525"/>
                  </a:lnTo>
                  <a:lnTo>
                    <a:pt x="2709824" y="3117888"/>
                  </a:lnTo>
                  <a:close/>
                </a:path>
                <a:path w="2710179" h="4897120">
                  <a:moveTo>
                    <a:pt x="2709824" y="1778673"/>
                  </a:moveTo>
                  <a:lnTo>
                    <a:pt x="2707259" y="1731022"/>
                  </a:lnTo>
                  <a:lnTo>
                    <a:pt x="2699740" y="1684870"/>
                  </a:lnTo>
                  <a:lnTo>
                    <a:pt x="2687523" y="1640459"/>
                  </a:lnTo>
                  <a:lnTo>
                    <a:pt x="2670899" y="1598079"/>
                  </a:lnTo>
                  <a:lnTo>
                    <a:pt x="2650109" y="1557972"/>
                  </a:lnTo>
                  <a:lnTo>
                    <a:pt x="2625433" y="1520431"/>
                  </a:lnTo>
                  <a:lnTo>
                    <a:pt x="2597137" y="1485696"/>
                  </a:lnTo>
                  <a:lnTo>
                    <a:pt x="2565489" y="1454061"/>
                  </a:lnTo>
                  <a:lnTo>
                    <a:pt x="2530754" y="1425765"/>
                  </a:lnTo>
                  <a:lnTo>
                    <a:pt x="2493187" y="1401102"/>
                  </a:lnTo>
                  <a:lnTo>
                    <a:pt x="2453081" y="1380324"/>
                  </a:lnTo>
                  <a:lnTo>
                    <a:pt x="2410688" y="1363700"/>
                  </a:lnTo>
                  <a:lnTo>
                    <a:pt x="2366264" y="1351483"/>
                  </a:lnTo>
                  <a:lnTo>
                    <a:pt x="2320099" y="1343964"/>
                  </a:lnTo>
                  <a:lnTo>
                    <a:pt x="2272436" y="1341399"/>
                  </a:lnTo>
                  <a:lnTo>
                    <a:pt x="2224786" y="1343964"/>
                  </a:lnTo>
                  <a:lnTo>
                    <a:pt x="2178608" y="1351483"/>
                  </a:lnTo>
                  <a:lnTo>
                    <a:pt x="2134197" y="1363700"/>
                  </a:lnTo>
                  <a:lnTo>
                    <a:pt x="2091791" y="1380324"/>
                  </a:lnTo>
                  <a:lnTo>
                    <a:pt x="2051685" y="1401102"/>
                  </a:lnTo>
                  <a:lnTo>
                    <a:pt x="2014118" y="1425765"/>
                  </a:lnTo>
                  <a:lnTo>
                    <a:pt x="1979383" y="1454061"/>
                  </a:lnTo>
                  <a:lnTo>
                    <a:pt x="1947735" y="1485696"/>
                  </a:lnTo>
                  <a:lnTo>
                    <a:pt x="1919439" y="1520431"/>
                  </a:lnTo>
                  <a:lnTo>
                    <a:pt x="1894763" y="1557972"/>
                  </a:lnTo>
                  <a:lnTo>
                    <a:pt x="1873986" y="1598079"/>
                  </a:lnTo>
                  <a:lnTo>
                    <a:pt x="1857349" y="1640459"/>
                  </a:lnTo>
                  <a:lnTo>
                    <a:pt x="1852193" y="1659216"/>
                  </a:lnTo>
                  <a:lnTo>
                    <a:pt x="119494" y="1659216"/>
                  </a:lnTo>
                  <a:lnTo>
                    <a:pt x="72986" y="1668602"/>
                  </a:lnTo>
                  <a:lnTo>
                    <a:pt x="35001" y="1694205"/>
                  </a:lnTo>
                  <a:lnTo>
                    <a:pt x="9398" y="1732178"/>
                  </a:lnTo>
                  <a:lnTo>
                    <a:pt x="0" y="1778673"/>
                  </a:lnTo>
                  <a:lnTo>
                    <a:pt x="9398" y="1825167"/>
                  </a:lnTo>
                  <a:lnTo>
                    <a:pt x="35001" y="1863140"/>
                  </a:lnTo>
                  <a:lnTo>
                    <a:pt x="72986" y="1888744"/>
                  </a:lnTo>
                  <a:lnTo>
                    <a:pt x="119494" y="1898129"/>
                  </a:lnTo>
                  <a:lnTo>
                    <a:pt x="1852193" y="1898129"/>
                  </a:lnTo>
                  <a:lnTo>
                    <a:pt x="1857349" y="1916887"/>
                  </a:lnTo>
                  <a:lnTo>
                    <a:pt x="1873986" y="1959267"/>
                  </a:lnTo>
                  <a:lnTo>
                    <a:pt x="1894763" y="1999373"/>
                  </a:lnTo>
                  <a:lnTo>
                    <a:pt x="1919439" y="2036914"/>
                  </a:lnTo>
                  <a:lnTo>
                    <a:pt x="1947735" y="2071649"/>
                  </a:lnTo>
                  <a:lnTo>
                    <a:pt x="1979383" y="2103285"/>
                  </a:lnTo>
                  <a:lnTo>
                    <a:pt x="2014118" y="2131580"/>
                  </a:lnTo>
                  <a:lnTo>
                    <a:pt x="2051685" y="2156244"/>
                  </a:lnTo>
                  <a:lnTo>
                    <a:pt x="2091791" y="2177021"/>
                  </a:lnTo>
                  <a:lnTo>
                    <a:pt x="2134197" y="2193645"/>
                  </a:lnTo>
                  <a:lnTo>
                    <a:pt x="2178608" y="2205863"/>
                  </a:lnTo>
                  <a:lnTo>
                    <a:pt x="2224786" y="2213381"/>
                  </a:lnTo>
                  <a:lnTo>
                    <a:pt x="2272436" y="2215946"/>
                  </a:lnTo>
                  <a:lnTo>
                    <a:pt x="2320099" y="2213381"/>
                  </a:lnTo>
                  <a:lnTo>
                    <a:pt x="2366264" y="2205863"/>
                  </a:lnTo>
                  <a:lnTo>
                    <a:pt x="2410688" y="2193645"/>
                  </a:lnTo>
                  <a:lnTo>
                    <a:pt x="2453081" y="2177021"/>
                  </a:lnTo>
                  <a:lnTo>
                    <a:pt x="2493187" y="2156244"/>
                  </a:lnTo>
                  <a:lnTo>
                    <a:pt x="2530754" y="2131580"/>
                  </a:lnTo>
                  <a:lnTo>
                    <a:pt x="2565489" y="2103285"/>
                  </a:lnTo>
                  <a:lnTo>
                    <a:pt x="2597137" y="2071649"/>
                  </a:lnTo>
                  <a:lnTo>
                    <a:pt x="2625433" y="2036914"/>
                  </a:lnTo>
                  <a:lnTo>
                    <a:pt x="2650109" y="1999373"/>
                  </a:lnTo>
                  <a:lnTo>
                    <a:pt x="2670899" y="1959267"/>
                  </a:lnTo>
                  <a:lnTo>
                    <a:pt x="2687523" y="1916887"/>
                  </a:lnTo>
                  <a:lnTo>
                    <a:pt x="2699740" y="1872475"/>
                  </a:lnTo>
                  <a:lnTo>
                    <a:pt x="2707259" y="1826323"/>
                  </a:lnTo>
                  <a:lnTo>
                    <a:pt x="2709824" y="1778673"/>
                  </a:lnTo>
                  <a:close/>
                </a:path>
                <a:path w="2710179" h="4897120">
                  <a:moveTo>
                    <a:pt x="2709824" y="437273"/>
                  </a:moveTo>
                  <a:lnTo>
                    <a:pt x="2707259" y="389623"/>
                  </a:lnTo>
                  <a:lnTo>
                    <a:pt x="2699740" y="343471"/>
                  </a:lnTo>
                  <a:lnTo>
                    <a:pt x="2687523" y="299059"/>
                  </a:lnTo>
                  <a:lnTo>
                    <a:pt x="2670899" y="256679"/>
                  </a:lnTo>
                  <a:lnTo>
                    <a:pt x="2650109" y="216573"/>
                  </a:lnTo>
                  <a:lnTo>
                    <a:pt x="2625433" y="179031"/>
                  </a:lnTo>
                  <a:lnTo>
                    <a:pt x="2597137" y="144297"/>
                  </a:lnTo>
                  <a:lnTo>
                    <a:pt x="2565489" y="112661"/>
                  </a:lnTo>
                  <a:lnTo>
                    <a:pt x="2530754" y="84366"/>
                  </a:lnTo>
                  <a:lnTo>
                    <a:pt x="2493187" y="59702"/>
                  </a:lnTo>
                  <a:lnTo>
                    <a:pt x="2453081" y="38925"/>
                  </a:lnTo>
                  <a:lnTo>
                    <a:pt x="2410688" y="22288"/>
                  </a:lnTo>
                  <a:lnTo>
                    <a:pt x="2366264" y="10083"/>
                  </a:lnTo>
                  <a:lnTo>
                    <a:pt x="2320099" y="2565"/>
                  </a:lnTo>
                  <a:lnTo>
                    <a:pt x="2272436" y="0"/>
                  </a:lnTo>
                  <a:lnTo>
                    <a:pt x="2224786" y="2565"/>
                  </a:lnTo>
                  <a:lnTo>
                    <a:pt x="2178608" y="10083"/>
                  </a:lnTo>
                  <a:lnTo>
                    <a:pt x="2134197" y="22288"/>
                  </a:lnTo>
                  <a:lnTo>
                    <a:pt x="2091791" y="38925"/>
                  </a:lnTo>
                  <a:lnTo>
                    <a:pt x="2051685" y="59702"/>
                  </a:lnTo>
                  <a:lnTo>
                    <a:pt x="2014118" y="84366"/>
                  </a:lnTo>
                  <a:lnTo>
                    <a:pt x="1979383" y="112661"/>
                  </a:lnTo>
                  <a:lnTo>
                    <a:pt x="1947735" y="144297"/>
                  </a:lnTo>
                  <a:lnTo>
                    <a:pt x="1919439" y="179031"/>
                  </a:lnTo>
                  <a:lnTo>
                    <a:pt x="1894763" y="216573"/>
                  </a:lnTo>
                  <a:lnTo>
                    <a:pt x="1873986" y="256679"/>
                  </a:lnTo>
                  <a:lnTo>
                    <a:pt x="1857349" y="299059"/>
                  </a:lnTo>
                  <a:lnTo>
                    <a:pt x="1851583" y="320014"/>
                  </a:lnTo>
                  <a:lnTo>
                    <a:pt x="118389" y="320014"/>
                  </a:lnTo>
                  <a:lnTo>
                    <a:pt x="72313" y="329311"/>
                  </a:lnTo>
                  <a:lnTo>
                    <a:pt x="34683" y="354672"/>
                  </a:lnTo>
                  <a:lnTo>
                    <a:pt x="9309" y="392303"/>
                  </a:lnTo>
                  <a:lnTo>
                    <a:pt x="0" y="438365"/>
                  </a:lnTo>
                  <a:lnTo>
                    <a:pt x="9309" y="484441"/>
                  </a:lnTo>
                  <a:lnTo>
                    <a:pt x="34683" y="522058"/>
                  </a:lnTo>
                  <a:lnTo>
                    <a:pt x="72313" y="547420"/>
                  </a:lnTo>
                  <a:lnTo>
                    <a:pt x="118389" y="556729"/>
                  </a:lnTo>
                  <a:lnTo>
                    <a:pt x="1852193" y="556729"/>
                  </a:lnTo>
                  <a:lnTo>
                    <a:pt x="1857349" y="575487"/>
                  </a:lnTo>
                  <a:lnTo>
                    <a:pt x="1873986" y="617867"/>
                  </a:lnTo>
                  <a:lnTo>
                    <a:pt x="1894763" y="657974"/>
                  </a:lnTo>
                  <a:lnTo>
                    <a:pt x="1919439" y="695515"/>
                  </a:lnTo>
                  <a:lnTo>
                    <a:pt x="1947735" y="730250"/>
                  </a:lnTo>
                  <a:lnTo>
                    <a:pt x="1979383" y="761885"/>
                  </a:lnTo>
                  <a:lnTo>
                    <a:pt x="2014118" y="790181"/>
                  </a:lnTo>
                  <a:lnTo>
                    <a:pt x="2051685" y="814844"/>
                  </a:lnTo>
                  <a:lnTo>
                    <a:pt x="2091791" y="835621"/>
                  </a:lnTo>
                  <a:lnTo>
                    <a:pt x="2134197" y="852246"/>
                  </a:lnTo>
                  <a:lnTo>
                    <a:pt x="2178608" y="864463"/>
                  </a:lnTo>
                  <a:lnTo>
                    <a:pt x="2224786" y="871982"/>
                  </a:lnTo>
                  <a:lnTo>
                    <a:pt x="2272436" y="874547"/>
                  </a:lnTo>
                  <a:lnTo>
                    <a:pt x="2320099" y="871982"/>
                  </a:lnTo>
                  <a:lnTo>
                    <a:pt x="2366264" y="864463"/>
                  </a:lnTo>
                  <a:lnTo>
                    <a:pt x="2410688" y="852246"/>
                  </a:lnTo>
                  <a:lnTo>
                    <a:pt x="2453081" y="835621"/>
                  </a:lnTo>
                  <a:lnTo>
                    <a:pt x="2493187" y="814844"/>
                  </a:lnTo>
                  <a:lnTo>
                    <a:pt x="2530754" y="790181"/>
                  </a:lnTo>
                  <a:lnTo>
                    <a:pt x="2565489" y="761885"/>
                  </a:lnTo>
                  <a:lnTo>
                    <a:pt x="2597137" y="730250"/>
                  </a:lnTo>
                  <a:lnTo>
                    <a:pt x="2625433" y="695515"/>
                  </a:lnTo>
                  <a:lnTo>
                    <a:pt x="2650109" y="657974"/>
                  </a:lnTo>
                  <a:lnTo>
                    <a:pt x="2670899" y="617867"/>
                  </a:lnTo>
                  <a:lnTo>
                    <a:pt x="2687523" y="575487"/>
                  </a:lnTo>
                  <a:lnTo>
                    <a:pt x="2699740" y="531075"/>
                  </a:lnTo>
                  <a:lnTo>
                    <a:pt x="2707259" y="484924"/>
                  </a:lnTo>
                  <a:lnTo>
                    <a:pt x="2709824" y="4372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86124" y="1868808"/>
            <a:ext cx="3742054" cy="16440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300" spc="-10" b="1">
                <a:latin typeface="Arial"/>
                <a:cs typeface="Arial"/>
              </a:rPr>
              <a:t>40,000+</a:t>
            </a:r>
            <a:endParaRPr sz="4300">
              <a:latin typeface="Arial"/>
              <a:cs typeface="Arial"/>
            </a:endParaRPr>
          </a:p>
          <a:p>
            <a:pPr algn="ctr" marL="12700" marR="5080">
              <a:lnSpc>
                <a:spcPts val="2480"/>
              </a:lnSpc>
              <a:spcBef>
                <a:spcPts val="229"/>
              </a:spcBef>
            </a:pPr>
            <a:r>
              <a:rPr dirty="0" sz="2100">
                <a:latin typeface="Arial MT"/>
                <a:cs typeface="Arial MT"/>
              </a:rPr>
              <a:t>fake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degrees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officially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caught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in </a:t>
            </a:r>
            <a:r>
              <a:rPr dirty="0" sz="2100">
                <a:latin typeface="Arial MT"/>
                <a:cs typeface="Arial MT"/>
              </a:rPr>
              <a:t>India every </a:t>
            </a:r>
            <a:r>
              <a:rPr dirty="0" sz="2100" spc="-20">
                <a:latin typeface="Arial MT"/>
                <a:cs typeface="Arial MT"/>
              </a:rPr>
              <a:t>year</a:t>
            </a:r>
            <a:endParaRPr sz="2100">
              <a:latin typeface="Arial MT"/>
              <a:cs typeface="Arial MT"/>
            </a:endParaRPr>
          </a:p>
          <a:p>
            <a:pPr algn="ctr">
              <a:lnSpc>
                <a:spcPts val="2395"/>
              </a:lnSpc>
            </a:pPr>
            <a:r>
              <a:rPr dirty="0" sz="2100">
                <a:latin typeface="Arial MT"/>
                <a:cs typeface="Arial MT"/>
              </a:rPr>
              <a:t>(reported cases </a:t>
            </a:r>
            <a:r>
              <a:rPr dirty="0" sz="2100" spc="-10">
                <a:latin typeface="Arial MT"/>
                <a:cs typeface="Arial MT"/>
              </a:rPr>
              <a:t>only)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33" name="object 33"/>
          <p:cNvSpPr txBox="1"/>
          <p:nvPr/>
        </p:nvSpPr>
        <p:spPr>
          <a:xfrm>
            <a:off x="5056304" y="1517101"/>
            <a:ext cx="3464560" cy="1838960"/>
          </a:xfrm>
          <a:prstGeom prst="rect">
            <a:avLst/>
          </a:prstGeom>
        </p:spPr>
        <p:txBody>
          <a:bodyPr wrap="square" lIns="0" tIns="364490" rIns="0" bIns="0" rtlCol="0" vert="horz">
            <a:spAutoFit/>
          </a:bodyPr>
          <a:lstStyle/>
          <a:p>
            <a:pPr marL="789305">
              <a:lnSpc>
                <a:spcPct val="100000"/>
              </a:lnSpc>
              <a:spcBef>
                <a:spcPts val="2870"/>
              </a:spcBef>
            </a:pPr>
            <a:r>
              <a:rPr dirty="0" sz="4300" spc="-10" b="1">
                <a:latin typeface="Arial"/>
                <a:cs typeface="Arial"/>
              </a:rPr>
              <a:t>~99.99%</a:t>
            </a:r>
            <a:endParaRPr sz="4300">
              <a:latin typeface="Arial"/>
              <a:cs typeface="Arial"/>
            </a:endParaRPr>
          </a:p>
          <a:p>
            <a:pPr algn="ctr">
              <a:lnSpc>
                <a:spcPts val="2500"/>
              </a:lnSpc>
              <a:spcBef>
                <a:spcPts val="1350"/>
              </a:spcBef>
            </a:pPr>
            <a:r>
              <a:rPr dirty="0" sz="2100">
                <a:latin typeface="Arial MT"/>
                <a:cs typeface="Arial MT"/>
              </a:rPr>
              <a:t>faster verification: 2–4 </a:t>
            </a:r>
            <a:r>
              <a:rPr dirty="0" sz="2100" spc="-10">
                <a:latin typeface="Arial MT"/>
                <a:cs typeface="Arial MT"/>
              </a:rPr>
              <a:t>weeks</a:t>
            </a:r>
            <a:endParaRPr sz="2100">
              <a:latin typeface="Arial MT"/>
              <a:cs typeface="Arial MT"/>
            </a:endParaRPr>
          </a:p>
          <a:p>
            <a:pPr algn="ctr" marL="73660">
              <a:lnSpc>
                <a:spcPts val="2500"/>
              </a:lnSpc>
            </a:pPr>
            <a:r>
              <a:rPr dirty="0" sz="2100">
                <a:latin typeface="Arial MT"/>
                <a:cs typeface="Arial MT"/>
              </a:rPr>
              <a:t>→ 3 </a:t>
            </a:r>
            <a:r>
              <a:rPr dirty="0" sz="2100" spc="-10">
                <a:latin typeface="Arial MT"/>
                <a:cs typeface="Arial MT"/>
              </a:rPr>
              <a:t>seconds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074423" y="1517101"/>
            <a:ext cx="2665095" cy="1838960"/>
          </a:xfrm>
          <a:prstGeom prst="rect">
            <a:avLst/>
          </a:prstGeom>
        </p:spPr>
        <p:txBody>
          <a:bodyPr wrap="square" lIns="0" tIns="3644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70"/>
              </a:spcBef>
            </a:pPr>
            <a:r>
              <a:rPr dirty="0" sz="4300" spc="-10" b="1">
                <a:latin typeface="Arial"/>
                <a:cs typeface="Arial"/>
              </a:rPr>
              <a:t>~99.99%</a:t>
            </a:r>
            <a:endParaRPr sz="4300">
              <a:latin typeface="Arial"/>
              <a:cs typeface="Arial"/>
            </a:endParaRPr>
          </a:p>
          <a:p>
            <a:pPr algn="ctr" marR="66675">
              <a:lnSpc>
                <a:spcPts val="2500"/>
              </a:lnSpc>
              <a:spcBef>
                <a:spcPts val="1350"/>
              </a:spcBef>
            </a:pPr>
            <a:r>
              <a:rPr dirty="0" sz="2100">
                <a:latin typeface="Arial MT"/>
                <a:cs typeface="Arial MT"/>
              </a:rPr>
              <a:t>cheaper per </a:t>
            </a:r>
            <a:r>
              <a:rPr dirty="0" sz="2100" spc="-10">
                <a:latin typeface="Arial MT"/>
                <a:cs typeface="Arial MT"/>
              </a:rPr>
              <a:t>check:</a:t>
            </a:r>
            <a:endParaRPr sz="2100">
              <a:latin typeface="Arial MT"/>
              <a:cs typeface="Arial MT"/>
            </a:endParaRPr>
          </a:p>
          <a:p>
            <a:pPr algn="ctr">
              <a:lnSpc>
                <a:spcPts val="2500"/>
              </a:lnSpc>
            </a:pPr>
            <a:r>
              <a:rPr dirty="0" sz="2100" spc="-185">
                <a:latin typeface="Arial MT"/>
                <a:cs typeface="Arial MT"/>
              </a:rPr>
              <a:t>₹500–</a:t>
            </a:r>
            <a:r>
              <a:rPr dirty="0" sz="2100" spc="-165">
                <a:latin typeface="Arial MT"/>
                <a:cs typeface="Arial MT"/>
              </a:rPr>
              <a:t>₹2,000</a:t>
            </a:r>
            <a:r>
              <a:rPr dirty="0" sz="2100" spc="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→</a:t>
            </a:r>
            <a:r>
              <a:rPr dirty="0" sz="2100" spc="40">
                <a:latin typeface="Arial MT"/>
                <a:cs typeface="Arial MT"/>
              </a:rPr>
              <a:t> </a:t>
            </a:r>
            <a:r>
              <a:rPr dirty="0" sz="2100" spc="-160">
                <a:latin typeface="Arial MT"/>
                <a:cs typeface="Arial MT"/>
              </a:rPr>
              <a:t>₹0.08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193924" y="1517101"/>
            <a:ext cx="3376295" cy="1838960"/>
          </a:xfrm>
          <a:prstGeom prst="rect">
            <a:avLst/>
          </a:prstGeom>
        </p:spPr>
        <p:txBody>
          <a:bodyPr wrap="square" lIns="0" tIns="3644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70"/>
              </a:spcBef>
            </a:pPr>
            <a:r>
              <a:rPr dirty="0" sz="4300" spc="-20" b="1">
                <a:latin typeface="Arial"/>
                <a:cs typeface="Arial"/>
              </a:rPr>
              <a:t>40M+</a:t>
            </a:r>
            <a:endParaRPr sz="4300">
              <a:latin typeface="Arial"/>
              <a:cs typeface="Arial"/>
            </a:endParaRPr>
          </a:p>
          <a:p>
            <a:pPr algn="ctr" marL="12700" marR="5080">
              <a:lnSpc>
                <a:spcPts val="2480"/>
              </a:lnSpc>
              <a:spcBef>
                <a:spcPts val="1465"/>
              </a:spcBef>
            </a:pPr>
            <a:r>
              <a:rPr dirty="0" sz="2100">
                <a:latin typeface="Arial MT"/>
                <a:cs typeface="Arial MT"/>
              </a:rPr>
              <a:t>higher-education students </a:t>
            </a:r>
            <a:r>
              <a:rPr dirty="0" sz="2100" spc="-25">
                <a:latin typeface="Arial MT"/>
                <a:cs typeface="Arial MT"/>
              </a:rPr>
              <a:t>in </a:t>
            </a:r>
            <a:r>
              <a:rPr dirty="0" sz="2100">
                <a:latin typeface="Arial MT"/>
                <a:cs typeface="Arial MT"/>
              </a:rPr>
              <a:t>India (addressable </a:t>
            </a:r>
            <a:r>
              <a:rPr dirty="0" sz="2100" spc="-10">
                <a:latin typeface="Arial MT"/>
                <a:cs typeface="Arial MT"/>
              </a:rPr>
              <a:t>scale)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54074" y="4560902"/>
            <a:ext cx="607060" cy="41630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4630"/>
              </a:lnSpc>
            </a:pPr>
            <a:r>
              <a:rPr dirty="0" sz="4100" b="1">
                <a:latin typeface="Arial"/>
                <a:cs typeface="Arial"/>
              </a:rPr>
              <a:t>Benefits</a:t>
            </a:r>
            <a:r>
              <a:rPr dirty="0" sz="4100" spc="-70" b="1">
                <a:latin typeface="Arial"/>
                <a:cs typeface="Arial"/>
              </a:rPr>
              <a:t> </a:t>
            </a:r>
            <a:r>
              <a:rPr dirty="0" sz="4100" spc="-10" b="1">
                <a:latin typeface="Arial"/>
                <a:cs typeface="Arial"/>
              </a:rPr>
              <a:t>Created</a:t>
            </a:r>
            <a:endParaRPr sz="4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037744" y="4346423"/>
            <a:ext cx="30099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50" b="1">
                <a:latin typeface="Arial"/>
                <a:cs typeface="Arial"/>
              </a:rPr>
              <a:t>1</a:t>
            </a:r>
            <a:endParaRPr sz="3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037744" y="5567986"/>
            <a:ext cx="30099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50" b="1">
                <a:latin typeface="Arial"/>
                <a:cs typeface="Arial"/>
              </a:rPr>
              <a:t>2</a:t>
            </a:r>
            <a:endParaRPr sz="3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030674" y="6917073"/>
            <a:ext cx="31496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50" b="1">
                <a:latin typeface="Arial"/>
                <a:cs typeface="Arial"/>
              </a:rPr>
              <a:t>3</a:t>
            </a:r>
            <a:endParaRPr sz="41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023604" y="8263018"/>
            <a:ext cx="31496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50" b="1">
                <a:latin typeface="Arial"/>
                <a:cs typeface="Arial"/>
              </a:rPr>
              <a:t>4</a:t>
            </a:r>
            <a:endParaRPr sz="4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714551" y="4184679"/>
            <a:ext cx="4468495" cy="89217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 marL="12700" marR="5080">
              <a:lnSpc>
                <a:spcPts val="2260"/>
              </a:lnSpc>
              <a:spcBef>
                <a:spcPts val="204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Social:Restores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trust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degrees;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protects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genuine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graduates</a:t>
            </a:r>
            <a:endParaRPr sz="1900">
              <a:latin typeface="Arial MT"/>
              <a:cs typeface="Arial MT"/>
            </a:endParaRPr>
          </a:p>
          <a:p>
            <a:pPr algn="ctr">
              <a:lnSpc>
                <a:spcPts val="2195"/>
              </a:lnSpc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dirty="0" sz="1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fraud</a:t>
            </a:r>
            <a:r>
              <a:rPr dirty="0" sz="1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stigma.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779618" y="5582083"/>
            <a:ext cx="4744085" cy="60325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 indent="596900">
              <a:lnSpc>
                <a:spcPts val="2250"/>
              </a:lnSpc>
              <a:spcBef>
                <a:spcPts val="21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Economic:</a:t>
            </a:r>
            <a:r>
              <a:rPr dirty="0" sz="19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Cuts</a:t>
            </a:r>
            <a:r>
              <a:rPr dirty="0" sz="19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Arial MT"/>
                <a:cs typeface="Arial MT"/>
              </a:rPr>
              <a:t>fees</a:t>
            </a:r>
            <a:r>
              <a:rPr dirty="0" sz="19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saves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55">
                <a:solidFill>
                  <a:srgbClr val="FFFFFF"/>
                </a:solidFill>
                <a:latin typeface="Arial MT"/>
                <a:cs typeface="Arial MT"/>
              </a:rPr>
              <a:t>~₹500-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2000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Cr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at 1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crore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certificates.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671662" y="6977734"/>
            <a:ext cx="4817745" cy="60325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842644" marR="5080" indent="-830580">
              <a:lnSpc>
                <a:spcPts val="2250"/>
              </a:lnSpc>
              <a:spcBef>
                <a:spcPts val="21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Environmental:</a:t>
            </a:r>
            <a:r>
              <a:rPr dirty="0" sz="1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Fully</a:t>
            </a:r>
            <a:r>
              <a:rPr dirty="0" sz="19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paperless</a:t>
            </a:r>
            <a:r>
              <a:rPr dirty="0" sz="19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dirty="0" sz="19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mailers</a:t>
            </a:r>
            <a:r>
              <a:rPr dirty="0" sz="1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or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couriers</a:t>
            </a:r>
            <a:r>
              <a:rPr dirty="0" sz="19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dirty="0" sz="1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institutions..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166351" y="8373386"/>
            <a:ext cx="3747770" cy="60325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38885" marR="5080" indent="-1226820">
              <a:lnSpc>
                <a:spcPts val="2250"/>
              </a:lnSpc>
              <a:spcBef>
                <a:spcPts val="21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Policy:</a:t>
            </a:r>
            <a:r>
              <a:rPr dirty="0" sz="19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Aligned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NEP</a:t>
            </a:r>
            <a:r>
              <a:rPr dirty="0" sz="1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2020</a:t>
            </a:r>
            <a:r>
              <a:rPr dirty="0" sz="1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Digital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India.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6235" algn="l"/>
              </a:tabLst>
            </a:pPr>
            <a:r>
              <a:rPr dirty="0" spc="-10"/>
              <a:t>RESEARCH</a:t>
            </a:r>
            <a:r>
              <a:rPr dirty="0"/>
              <a:t>	AND </a:t>
            </a:r>
            <a:r>
              <a:rPr dirty="0" spc="-1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2247"/>
            <a:ext cx="1914525" cy="1247775"/>
          </a:xfrm>
          <a:custGeom>
            <a:avLst/>
            <a:gdLst/>
            <a:ahLst/>
            <a:cxnLst/>
            <a:rect l="l" t="t" r="r" b="b"/>
            <a:pathLst>
              <a:path w="1914525" h="1247775">
                <a:moveTo>
                  <a:pt x="1914524" y="650997"/>
                </a:moveTo>
                <a:lnTo>
                  <a:pt x="1908817" y="699962"/>
                </a:lnTo>
                <a:lnTo>
                  <a:pt x="1888574" y="772767"/>
                </a:lnTo>
                <a:lnTo>
                  <a:pt x="1873709" y="808005"/>
                </a:lnTo>
                <a:lnTo>
                  <a:pt x="1855815" y="842378"/>
                </a:lnTo>
                <a:lnTo>
                  <a:pt x="1834993" y="875823"/>
                </a:lnTo>
                <a:lnTo>
                  <a:pt x="1811343" y="908273"/>
                </a:lnTo>
                <a:lnTo>
                  <a:pt x="1784964" y="939664"/>
                </a:lnTo>
                <a:lnTo>
                  <a:pt x="1755958" y="969929"/>
                </a:lnTo>
                <a:lnTo>
                  <a:pt x="1724425" y="999004"/>
                </a:lnTo>
                <a:lnTo>
                  <a:pt x="1690464" y="1026823"/>
                </a:lnTo>
                <a:lnTo>
                  <a:pt x="1654176" y="1053321"/>
                </a:lnTo>
                <a:lnTo>
                  <a:pt x="1615661" y="1078433"/>
                </a:lnTo>
                <a:lnTo>
                  <a:pt x="1575019" y="1102093"/>
                </a:lnTo>
                <a:lnTo>
                  <a:pt x="1532351" y="1124235"/>
                </a:lnTo>
                <a:lnTo>
                  <a:pt x="1487756" y="1144795"/>
                </a:lnTo>
                <a:lnTo>
                  <a:pt x="1441336" y="1163707"/>
                </a:lnTo>
                <a:lnTo>
                  <a:pt x="1393190" y="1180905"/>
                </a:lnTo>
                <a:lnTo>
                  <a:pt x="1343418" y="1196325"/>
                </a:lnTo>
                <a:lnTo>
                  <a:pt x="1292121" y="1209901"/>
                </a:lnTo>
                <a:lnTo>
                  <a:pt x="1239398" y="1221568"/>
                </a:lnTo>
                <a:lnTo>
                  <a:pt x="1185351" y="1231260"/>
                </a:lnTo>
                <a:lnTo>
                  <a:pt x="1130079" y="1238912"/>
                </a:lnTo>
                <a:lnTo>
                  <a:pt x="1073683" y="1244459"/>
                </a:lnTo>
                <a:lnTo>
                  <a:pt x="1016262" y="1247774"/>
                </a:lnTo>
              </a:path>
              <a:path w="1914525" h="1247775">
                <a:moveTo>
                  <a:pt x="899576" y="1247775"/>
                </a:moveTo>
                <a:lnTo>
                  <a:pt x="842151" y="1244459"/>
                </a:lnTo>
                <a:lnTo>
                  <a:pt x="785755" y="1238912"/>
                </a:lnTo>
                <a:lnTo>
                  <a:pt x="730483" y="1231260"/>
                </a:lnTo>
                <a:lnTo>
                  <a:pt x="676436" y="1221568"/>
                </a:lnTo>
                <a:lnTo>
                  <a:pt x="623713" y="1209901"/>
                </a:lnTo>
                <a:lnTo>
                  <a:pt x="572416" y="1196325"/>
                </a:lnTo>
                <a:lnTo>
                  <a:pt x="522644" y="1180905"/>
                </a:lnTo>
                <a:lnTo>
                  <a:pt x="474498" y="1163707"/>
                </a:lnTo>
                <a:lnTo>
                  <a:pt x="428078" y="1144795"/>
                </a:lnTo>
                <a:lnTo>
                  <a:pt x="383483" y="1124235"/>
                </a:lnTo>
                <a:lnTo>
                  <a:pt x="340815" y="1102093"/>
                </a:lnTo>
                <a:lnTo>
                  <a:pt x="300174" y="1078433"/>
                </a:lnTo>
                <a:lnTo>
                  <a:pt x="261659" y="1053321"/>
                </a:lnTo>
                <a:lnTo>
                  <a:pt x="225371" y="1026823"/>
                </a:lnTo>
                <a:lnTo>
                  <a:pt x="191410" y="999004"/>
                </a:lnTo>
                <a:lnTo>
                  <a:pt x="159876" y="969929"/>
                </a:lnTo>
                <a:lnTo>
                  <a:pt x="130870" y="939664"/>
                </a:lnTo>
                <a:lnTo>
                  <a:pt x="104492" y="908273"/>
                </a:lnTo>
                <a:lnTo>
                  <a:pt x="80841" y="875823"/>
                </a:lnTo>
                <a:lnTo>
                  <a:pt x="60019" y="842378"/>
                </a:lnTo>
                <a:lnTo>
                  <a:pt x="42126" y="808004"/>
                </a:lnTo>
                <a:lnTo>
                  <a:pt x="27261" y="772767"/>
                </a:lnTo>
                <a:lnTo>
                  <a:pt x="7018" y="699962"/>
                </a:lnTo>
                <a:lnTo>
                  <a:pt x="0" y="624483"/>
                </a:lnTo>
                <a:lnTo>
                  <a:pt x="1840" y="586448"/>
                </a:lnTo>
                <a:lnTo>
                  <a:pt x="15525" y="512243"/>
                </a:lnTo>
                <a:lnTo>
                  <a:pt x="42126" y="440970"/>
                </a:lnTo>
                <a:lnTo>
                  <a:pt x="60019" y="406596"/>
                </a:lnTo>
                <a:lnTo>
                  <a:pt x="80841" y="373151"/>
                </a:lnTo>
                <a:lnTo>
                  <a:pt x="104492" y="340701"/>
                </a:lnTo>
                <a:lnTo>
                  <a:pt x="130870" y="309310"/>
                </a:lnTo>
                <a:lnTo>
                  <a:pt x="159876" y="279045"/>
                </a:lnTo>
                <a:lnTo>
                  <a:pt x="191410" y="249970"/>
                </a:lnTo>
                <a:lnTo>
                  <a:pt x="225371" y="222151"/>
                </a:lnTo>
                <a:lnTo>
                  <a:pt x="261659" y="195653"/>
                </a:lnTo>
                <a:lnTo>
                  <a:pt x="300174" y="170541"/>
                </a:lnTo>
                <a:lnTo>
                  <a:pt x="340815" y="146882"/>
                </a:lnTo>
                <a:lnTo>
                  <a:pt x="383483" y="124739"/>
                </a:lnTo>
                <a:lnTo>
                  <a:pt x="428078" y="104179"/>
                </a:lnTo>
                <a:lnTo>
                  <a:pt x="474498" y="85267"/>
                </a:lnTo>
                <a:lnTo>
                  <a:pt x="522644" y="68069"/>
                </a:lnTo>
                <a:lnTo>
                  <a:pt x="572416" y="52649"/>
                </a:lnTo>
                <a:lnTo>
                  <a:pt x="623713" y="39073"/>
                </a:lnTo>
                <a:lnTo>
                  <a:pt x="676436" y="27406"/>
                </a:lnTo>
                <a:lnTo>
                  <a:pt x="730483" y="17714"/>
                </a:lnTo>
                <a:lnTo>
                  <a:pt x="785755" y="10062"/>
                </a:lnTo>
                <a:lnTo>
                  <a:pt x="842151" y="4515"/>
                </a:lnTo>
                <a:lnTo>
                  <a:pt x="899572" y="1139"/>
                </a:lnTo>
                <a:lnTo>
                  <a:pt x="957917" y="0"/>
                </a:lnTo>
                <a:lnTo>
                  <a:pt x="1016262" y="1139"/>
                </a:lnTo>
                <a:lnTo>
                  <a:pt x="1073683" y="4515"/>
                </a:lnTo>
                <a:lnTo>
                  <a:pt x="1130079" y="10062"/>
                </a:lnTo>
                <a:lnTo>
                  <a:pt x="1185351" y="17714"/>
                </a:lnTo>
                <a:lnTo>
                  <a:pt x="1239398" y="27406"/>
                </a:lnTo>
                <a:lnTo>
                  <a:pt x="1292121" y="39073"/>
                </a:lnTo>
                <a:lnTo>
                  <a:pt x="1343418" y="52649"/>
                </a:lnTo>
                <a:lnTo>
                  <a:pt x="1393190" y="68069"/>
                </a:lnTo>
                <a:lnTo>
                  <a:pt x="1441336" y="85267"/>
                </a:lnTo>
                <a:lnTo>
                  <a:pt x="1487756" y="104179"/>
                </a:lnTo>
                <a:lnTo>
                  <a:pt x="1532351" y="124739"/>
                </a:lnTo>
                <a:lnTo>
                  <a:pt x="1575019" y="146882"/>
                </a:lnTo>
                <a:lnTo>
                  <a:pt x="1615661" y="170541"/>
                </a:lnTo>
                <a:lnTo>
                  <a:pt x="1654176" y="195653"/>
                </a:lnTo>
                <a:lnTo>
                  <a:pt x="1690464" y="222151"/>
                </a:lnTo>
                <a:lnTo>
                  <a:pt x="1724425" y="249970"/>
                </a:lnTo>
                <a:lnTo>
                  <a:pt x="1755958" y="279045"/>
                </a:lnTo>
                <a:lnTo>
                  <a:pt x="1784964" y="309310"/>
                </a:lnTo>
                <a:lnTo>
                  <a:pt x="1811343" y="340701"/>
                </a:lnTo>
                <a:lnTo>
                  <a:pt x="1834993" y="373151"/>
                </a:lnTo>
                <a:lnTo>
                  <a:pt x="1855815" y="406596"/>
                </a:lnTo>
                <a:lnTo>
                  <a:pt x="1873709" y="440970"/>
                </a:lnTo>
                <a:lnTo>
                  <a:pt x="1888573" y="476207"/>
                </a:lnTo>
                <a:lnTo>
                  <a:pt x="1908817" y="549012"/>
                </a:lnTo>
                <a:lnTo>
                  <a:pt x="1913994" y="586448"/>
                </a:lnTo>
                <a:lnTo>
                  <a:pt x="1914524" y="597977"/>
                </a:lnTo>
              </a:path>
            </a:pathLst>
          </a:custGeom>
          <a:ln w="76199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1900" y="351497"/>
            <a:ext cx="11918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CypherX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0129" y="2247"/>
            <a:ext cx="3373746" cy="159350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1643062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18287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Jyoti Rana</dc:creator>
  <cp:keywords>DAHTCn5FbpQ,BAGyE5vb9Dg</cp:keywords>
  <dc:title>Problem Statement ID – Problem Statement Title- Theme- PS Category- Software/Hardware Team ID- Team Name (Registered on portal)</dc:title>
  <dcterms:created xsi:type="dcterms:W3CDTF">2026-08-30T05:12:53Z</dcterms:created>
  <dcterms:modified xsi:type="dcterms:W3CDTF">2026-08-30T05:12:53Z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2026-08-30T00:00:00Z</vt:filetime>
  </property>
  <property fmtid="{D5CDD505-2E9C-101B-9397-08002B2CF9AE}" pid="4" name="Creator">
    <vt:lpwstr>Canva</vt:lpwstr>
  </property>
  <property fmtid="{D5CDD505-2E9C-101B-9397-08002B2CF9AE}" pid="5" name="LastSaved">
    <vt:filetime>2026-08-30T00:00:00Z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