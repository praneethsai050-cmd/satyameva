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85800"/>
            <a:ext cx="530352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🏛️ JUIT WAKNAGHAT | IIC RIDEHACK'26 QUALIFIERS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SATYAMEVA AEGIS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Decentralized Cryptographic Trust Protocol for Academic Credentials &amp; Digital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“Transforming university certificates into tamper-proof, self-sovereign blockchain assets — verified in under 2 seconds.”</a:t>
            </a:r>
          </a:p>
          <a:p>
            <a:pPr>
              <a:defRPr sz="1100">
                <a:solidFill>
                  <a:srgbClr val="D4AF37"/>
                </a:solidFill>
              </a:defRPr>
            </a:pPr>
            <a:r>
              <a:t>Protecting institutional reputation · Eliminating background verification friction · Zero gas fee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5120640" cy="2468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FOUNDING TEAM — CYPHER X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A Praneeth Sai — Founder &amp; Lead Architect (CSE-CS)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Full-stack system, cryptographic hashing &amp; PoW engine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Shashank Ray — Co-Founder &amp; Product/Business Lead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Market validation, B2B university SaaS model &amp; GTM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212080" cy="2468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300" b="1">
                <a:solidFill>
                  <a:srgbClr val="D4AF37"/>
                </a:solidFill>
              </a:defRPr>
            </a:pPr>
            <a:r>
              <a:t>PRESENTATION CONTEXT &amp; OBJECTIVE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Round: JUIT Internal Qualifiers before Hon'ble Vice Chancellor &amp; Faculty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Status: Fully operational working prototype (TRL 6) tested on Jaypee nodes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• Goal: Incubation under RIDE &amp; Representing JUIT at the JIIT Noida Grand Finale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• Funding Pool Target: ₹1 Crore Innovation &amp; Incubation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RIDEHACK'26 |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Crisis in Academic Trust: A Threat to Institutional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Why traditional physical certificates and static PDFs fail in the modern digital 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40,000+ / Year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Fake Degrees &amp; Forgery Crisis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Massive proliferation of counterfeit marksheet syndicates across India.</a:t>
            </a:r>
            <a:br/>
            <a:br/>
            <a:r>
              <a:t>• Forged degrees devalue genuine student hard work and taint institutional reputation.</a:t>
            </a:r>
            <a:br/>
            <a:br/>
            <a:r>
              <a:t>• Static PDFs and scanned paper certificates offer ZERO tamper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2 to 4 Weeks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Crippling Verification Delay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Employers &amp; background verification agencies (BGCs) wait up to a month for registrar email replies.</a:t>
            </a:r>
            <a:br/>
            <a:br/>
            <a:r>
              <a:t>• Verification fees cost companies ₹500 to ₹2,000 per applicant.</a:t>
            </a:r>
            <a:br/>
            <a:br/>
            <a:r>
              <a:t>• Registrar administrative staff overwhelmed by manual record tracing.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Zero Ownership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Student Vulnerability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Students face perpetual anxiety over losing original physical documents.</a:t>
            </a:r>
            <a:br/>
            <a:br/>
            <a:r>
              <a:t>• No secure self-sovereign digital wallet for instant job applications.</a:t>
            </a:r>
            <a:br/>
            <a:br/>
            <a:r>
              <a:t>• Existing government portals are slow, unauthenticated, or institution-siloed.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RIDEHACK'26 |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Solution: Satyameva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360° trust architecture connecting universities, students, and employers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🏛️ For Universities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Institutional Brand Shield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Google Gemini AI Auto-Extraction: Upload PDF/images — AI extracts student details instantly.</a:t>
            </a:r>
            <a:br/>
            <a:br/>
            <a:r>
              <a:t>• Bulk CSV Issuance: Atomic all-or-nothing batch issuance (0 orphaned blocks).</a:t>
            </a:r>
            <a:br/>
            <a:br/>
            <a:r>
              <a:t>• Zero Gas Overhead: In-house PoW ledger eliminates costly public crypto gas fees.</a:t>
            </a:r>
            <a:br/>
            <a:br/>
            <a:r>
              <a:t>• Automated Gmail SMTP: Instant notifications dispatched on issuance &amp;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🎓 For Students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Self-Sovereign Digital Asset Wallet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Lifetime Credential Ownership: Permanent access to all degrees &amp; marksheets.</a:t>
            </a:r>
            <a:br/>
            <a:br/>
            <a:r>
              <a:t>• 3D Ledger Inspector: Flip credential card to inspect block index &amp; proof-of-work hash.</a:t>
            </a:r>
            <a:br/>
            <a:br/>
            <a:r>
              <a:t>• Permanent JUIT Crest QR: Error Correction Level H QR code that never expires.</a:t>
            </a:r>
            <a:br/>
            <a:br/>
            <a:r>
              <a:t>• Stamped PDF Download: One-click export of official verification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🏢 For Employers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Instant 2-Second Verification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Zero Friction: No login or account required for employers at /verify.</a:t>
            </a:r>
            <a:br/>
            <a:br/>
            <a:r>
              <a:t>• Real-Time Cryptographic Proof: Returns GENUINE verdict with block proof in &lt;2 seconds.</a:t>
            </a:r>
            <a:br/>
            <a:br/>
            <a:r>
              <a:t>• 100% Tamper Detection: Re-derives hash from scratch — any database edit returns TAMPERED.</a:t>
            </a:r>
            <a:br/>
            <a:br/>
            <a:r>
              <a:t>• Audit History: Complete timestamped audit trail of all credential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RIDEHACK'26 | TECHNOLOGY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Deep-Tech Architecture &amp; Cryptographic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Engineered with military-grade cryptography, proof-of-work consensus, and multimodal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Custom Proof-of-Work Blockchain Engine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SHA-256 Difficulty 4 ledger dual-persisted across SQLite and blockchain.json.</a:t>
            </a:r>
            <a:br/>
            <a:r>
              <a:t>• Zero gas dependency: Eliminates volatile Ethereum/Polygon public transaction fees.</a:t>
            </a:r>
            <a:br/>
            <a:r>
              <a:t>• 100% auditability: Every block contains parent hash, nonce, timestamp, and payload.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2. Cryptographic Salting &amp; Dynamic Re-Derivation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PBKDF2-HMAC-SHA256 with 100,000 iterations and per-document random salt.</a:t>
            </a:r>
            <a:br/>
            <a:r>
              <a:t>• Zero Silent Passes: Verification does NOT trust stored hashes — it recomputes from payload.</a:t>
            </a:r>
            <a:br/>
            <a:r>
              <a:t>• Altering even a single grade or letter triggers immediate TAMPERED verdict.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Google Gemini 2.0 Flash AI Auto-Extraction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Multimodal document intelligence extracts structured fields from raw certificate scans.</a:t>
            </a:r>
            <a:br/>
            <a:r>
              <a:t>• Auto-populates student name, roll number, course, CGPA, and degree title in seconds.</a:t>
            </a:r>
            <a:br/>
            <a:r>
              <a:t>• Slashes registrar administrative workload by 90%.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Permanent JUIT Crest QR &amp; Cyber Radar HUD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• High-contrast QR with Error Correction Level H (~30%) embedding JUIT campus crest.</a:t>
            </a:r>
            <a:br/>
            <a:r>
              <a:t>• 360° rotating radar HUD animation for futuristic student experience.</a:t>
            </a:r>
            <a:br/>
            <a:r>
              <a:t>• Non-expiring lifetime cryptographic anchor linked to immutable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RIDEHACK'26 | SYSTEM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Prototype Demonstration: The 3-Step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Seamlessly moving to live software running on our JUIT multi-campus testbed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4AF37"/>
                </a:solidFill>
              </a:defRPr>
            </a:pPr>
            <a:r>
              <a:t>⚡ PRODUCTION-READY SYSTEM (TRL 6) · ALL 11 E2E TEST SUITES PASSED (100%) · LIVE AT 127.0.0.1:5000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83280" cy="3840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STEP 1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Issuer Portal (Registrar)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Login as JUIT Registrar</a:t>
            </a:r>
            <a:br/>
            <a:r>
              <a:t>• Upload sample degree PDF</a:t>
            </a:r>
            <a:br/>
            <a:r>
              <a:t>• Gemini AI extracts details instantly</a:t>
            </a:r>
            <a:br/>
            <a:r>
              <a:t>• Click 'Anchor to Blockchain'</a:t>
            </a:r>
            <a:br/>
            <a:r>
              <a:t>• Mines block &amp; triggers live email via Gmail SMTP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68880"/>
            <a:ext cx="3383280" cy="3840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Student Portal (Praneeth)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Login as JUIT Student</a:t>
            </a:r>
            <a:br/>
            <a:r>
              <a:t>• View earned credential cards with 3D tilt</a:t>
            </a:r>
            <a:br/>
            <a:r>
              <a:t>• Flip card to inspect block &amp; hash</a:t>
            </a:r>
            <a:br/>
            <a:r>
              <a:t>• View Permanent QR with JUIT crest</a:t>
            </a:r>
            <a:br/>
            <a:r>
              <a:t>• Download official Stamped PDF certificate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68880"/>
            <a:ext cx="3383280" cy="3840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Public Verifier (/verify)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Open private tab at /verify (No login)</a:t>
            </a:r>
            <a:br/>
            <a:r>
              <a:t>• Paste hash / scan QR code</a:t>
            </a:r>
            <a:br/>
            <a:r>
              <a:t>• Instant VALID verdict in &lt;2 seconds</a:t>
            </a:r>
            <a:br/>
            <a:r>
              <a:t>• Live Anti-Tamper Test: alter 1 character</a:t>
            </a:r>
            <a:br/>
            <a:r>
              <a:t>• Immediate TAMPERED alert displayed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RIDEHACK'26 | FEASIBILITY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Business Model, Unit Economics &amp; National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financially sustainable venture aligned with National Education Policy (NEP 2020)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₹1.5 Lakhs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Annual SaaS / Campus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4AF37"/>
                </a:solidFill>
              </a:defRPr>
            </a:pPr>
            <a:r>
              <a:t>₹25 / Check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Corporate API Fee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92%+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Gross Profit Margin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40 Million+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Addressable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Commercial Model &amp; Unit Economics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B2B University SaaS: Annual institutional licensing for unlimited issuance, Gemini AI extraction &amp; student wallet hosting.</a:t>
            </a:r>
            <a:br/>
            <a:br/>
            <a:r>
              <a:t>• Pay-Per-Verify API: ₹25 per check for background verification firms (AuthBridge, FirstAdvantage) &amp; corporate recruiters (saving ₹1,000+ per check).</a:t>
            </a:r>
            <a:br/>
            <a:br/>
            <a:r>
              <a:t>• Negligible Operational Cost: In-house ledger execution cost is ₹0.00; Polygon L2 bridge is ₹0.08 per credential.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National Policy &amp; Digital India Alignment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NEP 2020 Accordance: Supports National Academic Depository (NAD) and Academic Bank of Credits (ABC) digital portability.</a:t>
            </a:r>
            <a:br/>
            <a:br/>
            <a:r>
              <a:t>• DigiLocker Complement: Satyameva acts as a cryptographic validation layer, ensuring documents ingested into government depositories cannot be forged.</a:t>
            </a:r>
            <a:br/>
            <a:br/>
            <a:r>
              <a:t>• 100% Paperless &amp; Sustainable: Eliminates postal courier overhead, physical paper seals, and travel across university campuses.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Arial"/>
              </a:defRPr>
            </a:pPr>
            <a:r>
              <a:t>RIDEHACK'26 | THE ROADMAP &amp;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In-House JUIT Pilot &amp; Pathway to JIIT Noida Grand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Our commitment to establish JUIT as India's premier blockchain-verified academic institution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THE JUIT IN-HOUSE PILOT PROPOSAL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Immediate Campus Deployment for 2026 Batch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1. Zero-Risk University Trial:</a:t>
            </a:r>
            <a:br/>
            <a:r>
              <a:t>   Deploy Satyameva Aegis in parallel with JUIT registrar's existing degree issuance for the graduating batch.</a:t>
            </a:r>
            <a:br/>
            <a:br/>
            <a:r>
              <a:t>2. First in Himachal Pradesh:</a:t>
            </a:r>
            <a:br/>
            <a:r>
              <a:t>   Make JUIT Waknaghat the FIRST university in the region to issue 100% blockchain-verified degrees.</a:t>
            </a:r>
            <a:br/>
            <a:br/>
            <a:r>
              <a:t>3. Jaypee Consortium Expansion:</a:t>
            </a:r>
            <a:br/>
            <a:r>
              <a:t>   Demonstrate JUIT as the hub, expanding to JIIT Noida and JUET Guna across 15,000+ students.</a:t>
            </a:r>
            <a:br/>
            <a:br/>
            <a:r>
              <a:t>4. Intellectual Property:</a:t>
            </a:r>
            <a:br/>
            <a:r>
              <a:t>   File provisional patent for multi-campus dynamic salting &amp; crest-embedded QR technology under JUIT IIC.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OUR ASK FROM HON'BLE VC SIR &amp; FACULTY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Selection for RIDE Incubation &amp; JIIT Noida Grand Finale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1. Selection to Represent JUIT at JIIT Noida:</a:t>
            </a:r>
            <a:br/>
            <a:r>
              <a:t>   Qualify Team CYPHER X to represent JUIT Waknaghat at the Grand Finale for the ₹1 Crore funding pool.</a:t>
            </a:r>
            <a:br/>
            <a:br/>
            <a:r>
              <a:t>2. Incubation under RIDE JUIT:</a:t>
            </a:r>
            <a:br/>
            <a:r>
              <a:t>   Formal pre-incubation mentorship to refine enterprise B2B corporate sales and legal compliance.</a:t>
            </a:r>
            <a:br/>
            <a:br/>
            <a:r>
              <a:t>3. Administrative Sandbox Approval:</a:t>
            </a:r>
            <a:br/>
            <a:r>
              <a:t>   Authorization to run a test issuance sandbox with anonymized registrar sample batches.</a:t>
            </a:r>
            <a:br/>
            <a:br/>
            <a:r>
              <a:t>“With your blessings and guidance, we will establish JUIT at the forefront of national blockchain innovation.”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